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71" r:id="rId13"/>
    <p:sldId id="272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CA6A93-6930-4D19-914B-80361E6A5F6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272DB79-ABBC-42DB-A331-7145AA6AA7BB}">
      <dgm:prSet/>
      <dgm:spPr/>
      <dgm:t>
        <a:bodyPr/>
        <a:lstStyle/>
        <a:p>
          <a:r>
            <a:rPr lang="en-US"/>
            <a:t>Analyzed Toronto bike-share ridership data</a:t>
          </a:r>
        </a:p>
      </dgm:t>
    </dgm:pt>
    <dgm:pt modelId="{47869B5A-2DBF-478A-AD47-EE6743D9A1DA}" type="parTrans" cxnId="{2E20665C-3060-482D-BEA8-CA97421C835B}">
      <dgm:prSet/>
      <dgm:spPr/>
      <dgm:t>
        <a:bodyPr/>
        <a:lstStyle/>
        <a:p>
          <a:endParaRPr lang="en-US"/>
        </a:p>
      </dgm:t>
    </dgm:pt>
    <dgm:pt modelId="{857879B8-8BB7-428B-9582-8C602A9166CD}" type="sibTrans" cxnId="{2E20665C-3060-482D-BEA8-CA97421C835B}">
      <dgm:prSet/>
      <dgm:spPr/>
      <dgm:t>
        <a:bodyPr/>
        <a:lstStyle/>
        <a:p>
          <a:endParaRPr lang="en-US"/>
        </a:p>
      </dgm:t>
    </dgm:pt>
    <dgm:pt modelId="{42C20C00-0402-4E94-903A-7FB5F08BD833}">
      <dgm:prSet/>
      <dgm:spPr/>
      <dgm:t>
        <a:bodyPr/>
        <a:lstStyle/>
        <a:p>
          <a:r>
            <a:rPr lang="en-US"/>
            <a:t>Followed Agile methodology over 2 sprints</a:t>
          </a:r>
        </a:p>
      </dgm:t>
    </dgm:pt>
    <dgm:pt modelId="{9696BB4C-13E4-473A-9964-773946E78506}" type="parTrans" cxnId="{29E00EEA-9044-4755-8A0D-3811CDB9AA09}">
      <dgm:prSet/>
      <dgm:spPr/>
      <dgm:t>
        <a:bodyPr/>
        <a:lstStyle/>
        <a:p>
          <a:endParaRPr lang="en-US"/>
        </a:p>
      </dgm:t>
    </dgm:pt>
    <dgm:pt modelId="{A555EB06-513B-49D5-8518-9DC8A457AA1A}" type="sibTrans" cxnId="{29E00EEA-9044-4755-8A0D-3811CDB9AA09}">
      <dgm:prSet/>
      <dgm:spPr/>
      <dgm:t>
        <a:bodyPr/>
        <a:lstStyle/>
        <a:p>
          <a:endParaRPr lang="en-US"/>
        </a:p>
      </dgm:t>
    </dgm:pt>
    <dgm:pt modelId="{60649189-0E5A-48D0-886C-EBABAFABDF68}">
      <dgm:prSet/>
      <dgm:spPr/>
      <dgm:t>
        <a:bodyPr/>
        <a:lstStyle/>
        <a:p>
          <a:r>
            <a:rPr lang="en-US"/>
            <a:t>Built Streamlit analytics dashboard</a:t>
          </a:r>
        </a:p>
      </dgm:t>
    </dgm:pt>
    <dgm:pt modelId="{FC86A51B-16EE-455B-A6CD-AF1343605215}" type="parTrans" cxnId="{6A1B377F-BC4F-4AC5-9ED3-A4F3789507D0}">
      <dgm:prSet/>
      <dgm:spPr/>
      <dgm:t>
        <a:bodyPr/>
        <a:lstStyle/>
        <a:p>
          <a:endParaRPr lang="en-US"/>
        </a:p>
      </dgm:t>
    </dgm:pt>
    <dgm:pt modelId="{A00276A7-3C25-4E4F-BDF1-63D2FF353959}" type="sibTrans" cxnId="{6A1B377F-BC4F-4AC5-9ED3-A4F3789507D0}">
      <dgm:prSet/>
      <dgm:spPr/>
      <dgm:t>
        <a:bodyPr/>
        <a:lstStyle/>
        <a:p>
          <a:endParaRPr lang="en-US"/>
        </a:p>
      </dgm:t>
    </dgm:pt>
    <dgm:pt modelId="{591AB184-A27B-4227-9B91-4FD302CB11D0}">
      <dgm:prSet/>
      <dgm:spPr/>
      <dgm:t>
        <a:bodyPr/>
        <a:lstStyle/>
        <a:p>
          <a:r>
            <a:rPr lang="en-US"/>
            <a:t>Implemented data cleaning, analytics and TDD</a:t>
          </a:r>
        </a:p>
      </dgm:t>
    </dgm:pt>
    <dgm:pt modelId="{A4B785B5-2C46-46F7-9473-A2A9EA9B3015}" type="parTrans" cxnId="{6BFC9A99-4352-41C3-8530-D0380A05B453}">
      <dgm:prSet/>
      <dgm:spPr/>
      <dgm:t>
        <a:bodyPr/>
        <a:lstStyle/>
        <a:p>
          <a:endParaRPr lang="en-US"/>
        </a:p>
      </dgm:t>
    </dgm:pt>
    <dgm:pt modelId="{F388CD5A-805D-454D-8DA7-14E92F22869E}" type="sibTrans" cxnId="{6BFC9A99-4352-41C3-8530-D0380A05B453}">
      <dgm:prSet/>
      <dgm:spPr/>
      <dgm:t>
        <a:bodyPr/>
        <a:lstStyle/>
        <a:p>
          <a:endParaRPr lang="en-US"/>
        </a:p>
      </dgm:t>
    </dgm:pt>
    <dgm:pt modelId="{4B892235-BC75-494B-96FF-697CAD28DFB2}">
      <dgm:prSet/>
      <dgm:spPr/>
      <dgm:t>
        <a:bodyPr/>
        <a:lstStyle/>
        <a:p>
          <a:r>
            <a:rPr lang="en-US"/>
            <a:t>Used GitHub + Taiga for workflow</a:t>
          </a:r>
        </a:p>
      </dgm:t>
    </dgm:pt>
    <dgm:pt modelId="{7315D42A-FC73-4B7D-830B-2D62CC5C887E}" type="parTrans" cxnId="{D1EB790D-DA58-4F33-ABE2-F49E81FCEFB0}">
      <dgm:prSet/>
      <dgm:spPr/>
      <dgm:t>
        <a:bodyPr/>
        <a:lstStyle/>
        <a:p>
          <a:endParaRPr lang="en-US"/>
        </a:p>
      </dgm:t>
    </dgm:pt>
    <dgm:pt modelId="{7DB27C9E-05DF-4124-952D-16973441164B}" type="sibTrans" cxnId="{D1EB790D-DA58-4F33-ABE2-F49E81FCEFB0}">
      <dgm:prSet/>
      <dgm:spPr/>
      <dgm:t>
        <a:bodyPr/>
        <a:lstStyle/>
        <a:p>
          <a:endParaRPr lang="en-US"/>
        </a:p>
      </dgm:t>
    </dgm:pt>
    <dgm:pt modelId="{6731075D-ABED-4938-8A55-646A37AC9D79}" type="pres">
      <dgm:prSet presAssocID="{94CA6A93-6930-4D19-914B-80361E6A5F65}" presName="linear" presStyleCnt="0">
        <dgm:presLayoutVars>
          <dgm:animLvl val="lvl"/>
          <dgm:resizeHandles val="exact"/>
        </dgm:presLayoutVars>
      </dgm:prSet>
      <dgm:spPr/>
    </dgm:pt>
    <dgm:pt modelId="{845E05BD-B81B-4743-AFB0-A8750B3929CC}" type="pres">
      <dgm:prSet presAssocID="{8272DB79-ABBC-42DB-A331-7145AA6AA7B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2C400AA-790D-4309-95C1-DF1E47003FC4}" type="pres">
      <dgm:prSet presAssocID="{857879B8-8BB7-428B-9582-8C602A9166CD}" presName="spacer" presStyleCnt="0"/>
      <dgm:spPr/>
    </dgm:pt>
    <dgm:pt modelId="{8BD685CC-4BA2-4C69-984F-AE8AEF4DB1F8}" type="pres">
      <dgm:prSet presAssocID="{42C20C00-0402-4E94-903A-7FB5F08BD8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381D799-FEF1-49A9-9D13-92373390CD5F}" type="pres">
      <dgm:prSet presAssocID="{A555EB06-513B-49D5-8518-9DC8A457AA1A}" presName="spacer" presStyleCnt="0"/>
      <dgm:spPr/>
    </dgm:pt>
    <dgm:pt modelId="{1FF73E35-670D-4093-8B9B-90F0BD2AB970}" type="pres">
      <dgm:prSet presAssocID="{60649189-0E5A-48D0-886C-EBABAFABDF6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72CE73F-39FB-44E2-B55A-875893F98FD3}" type="pres">
      <dgm:prSet presAssocID="{A00276A7-3C25-4E4F-BDF1-63D2FF353959}" presName="spacer" presStyleCnt="0"/>
      <dgm:spPr/>
    </dgm:pt>
    <dgm:pt modelId="{DFA36D79-6364-4752-A129-7F11CD6D0033}" type="pres">
      <dgm:prSet presAssocID="{591AB184-A27B-4227-9B91-4FD302CB11D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607533D-82A2-4892-A16E-DA6B5610B821}" type="pres">
      <dgm:prSet presAssocID="{F388CD5A-805D-454D-8DA7-14E92F22869E}" presName="spacer" presStyleCnt="0"/>
      <dgm:spPr/>
    </dgm:pt>
    <dgm:pt modelId="{A1F50F83-953A-4608-935B-EF59DBCB76AA}" type="pres">
      <dgm:prSet presAssocID="{4B892235-BC75-494B-96FF-697CAD28DFB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EB790D-DA58-4F33-ABE2-F49E81FCEFB0}" srcId="{94CA6A93-6930-4D19-914B-80361E6A5F65}" destId="{4B892235-BC75-494B-96FF-697CAD28DFB2}" srcOrd="4" destOrd="0" parTransId="{7315D42A-FC73-4B7D-830B-2D62CC5C887E}" sibTransId="{7DB27C9E-05DF-4124-952D-16973441164B}"/>
    <dgm:cxn modelId="{C7449735-6FBB-4BD5-85DB-46E956FEA8EE}" type="presOf" srcId="{60649189-0E5A-48D0-886C-EBABAFABDF68}" destId="{1FF73E35-670D-4093-8B9B-90F0BD2AB970}" srcOrd="0" destOrd="0" presId="urn:microsoft.com/office/officeart/2005/8/layout/vList2"/>
    <dgm:cxn modelId="{2E20665C-3060-482D-BEA8-CA97421C835B}" srcId="{94CA6A93-6930-4D19-914B-80361E6A5F65}" destId="{8272DB79-ABBC-42DB-A331-7145AA6AA7BB}" srcOrd="0" destOrd="0" parTransId="{47869B5A-2DBF-478A-AD47-EE6743D9A1DA}" sibTransId="{857879B8-8BB7-428B-9582-8C602A9166CD}"/>
    <dgm:cxn modelId="{74BC2E6C-6FCB-4EAF-A481-35E61AB199FC}" type="presOf" srcId="{591AB184-A27B-4227-9B91-4FD302CB11D0}" destId="{DFA36D79-6364-4752-A129-7F11CD6D0033}" srcOrd="0" destOrd="0" presId="urn:microsoft.com/office/officeart/2005/8/layout/vList2"/>
    <dgm:cxn modelId="{6A1B377F-BC4F-4AC5-9ED3-A4F3789507D0}" srcId="{94CA6A93-6930-4D19-914B-80361E6A5F65}" destId="{60649189-0E5A-48D0-886C-EBABAFABDF68}" srcOrd="2" destOrd="0" parTransId="{FC86A51B-16EE-455B-A6CD-AF1343605215}" sibTransId="{A00276A7-3C25-4E4F-BDF1-63D2FF353959}"/>
    <dgm:cxn modelId="{C77D6986-19B7-408E-8DA6-EB39F5B7481D}" type="presOf" srcId="{94CA6A93-6930-4D19-914B-80361E6A5F65}" destId="{6731075D-ABED-4938-8A55-646A37AC9D79}" srcOrd="0" destOrd="0" presId="urn:microsoft.com/office/officeart/2005/8/layout/vList2"/>
    <dgm:cxn modelId="{6BFC9A99-4352-41C3-8530-D0380A05B453}" srcId="{94CA6A93-6930-4D19-914B-80361E6A5F65}" destId="{591AB184-A27B-4227-9B91-4FD302CB11D0}" srcOrd="3" destOrd="0" parTransId="{A4B785B5-2C46-46F7-9473-A2A9EA9B3015}" sibTransId="{F388CD5A-805D-454D-8DA7-14E92F22869E}"/>
    <dgm:cxn modelId="{1963A9CE-6289-4BC9-AB24-BD037B96D2E6}" type="presOf" srcId="{8272DB79-ABBC-42DB-A331-7145AA6AA7BB}" destId="{845E05BD-B81B-4743-AFB0-A8750B3929CC}" srcOrd="0" destOrd="0" presId="urn:microsoft.com/office/officeart/2005/8/layout/vList2"/>
    <dgm:cxn modelId="{9DB4E2D6-E21F-4AC0-A543-6EBDA4E3C754}" type="presOf" srcId="{42C20C00-0402-4E94-903A-7FB5F08BD833}" destId="{8BD685CC-4BA2-4C69-984F-AE8AEF4DB1F8}" srcOrd="0" destOrd="0" presId="urn:microsoft.com/office/officeart/2005/8/layout/vList2"/>
    <dgm:cxn modelId="{48D281DE-3199-4B53-AD97-3797197CCBD0}" type="presOf" srcId="{4B892235-BC75-494B-96FF-697CAD28DFB2}" destId="{A1F50F83-953A-4608-935B-EF59DBCB76AA}" srcOrd="0" destOrd="0" presId="urn:microsoft.com/office/officeart/2005/8/layout/vList2"/>
    <dgm:cxn modelId="{29E00EEA-9044-4755-8A0D-3811CDB9AA09}" srcId="{94CA6A93-6930-4D19-914B-80361E6A5F65}" destId="{42C20C00-0402-4E94-903A-7FB5F08BD833}" srcOrd="1" destOrd="0" parTransId="{9696BB4C-13E4-473A-9964-773946E78506}" sibTransId="{A555EB06-513B-49D5-8518-9DC8A457AA1A}"/>
    <dgm:cxn modelId="{303DE489-33B4-4BF3-BF60-23617B17C76C}" type="presParOf" srcId="{6731075D-ABED-4938-8A55-646A37AC9D79}" destId="{845E05BD-B81B-4743-AFB0-A8750B3929CC}" srcOrd="0" destOrd="0" presId="urn:microsoft.com/office/officeart/2005/8/layout/vList2"/>
    <dgm:cxn modelId="{D1044C3B-8F21-4422-849D-59437E0C9612}" type="presParOf" srcId="{6731075D-ABED-4938-8A55-646A37AC9D79}" destId="{12C400AA-790D-4309-95C1-DF1E47003FC4}" srcOrd="1" destOrd="0" presId="urn:microsoft.com/office/officeart/2005/8/layout/vList2"/>
    <dgm:cxn modelId="{9C3A10BE-D1FC-4885-9EF5-4A3D8878B265}" type="presParOf" srcId="{6731075D-ABED-4938-8A55-646A37AC9D79}" destId="{8BD685CC-4BA2-4C69-984F-AE8AEF4DB1F8}" srcOrd="2" destOrd="0" presId="urn:microsoft.com/office/officeart/2005/8/layout/vList2"/>
    <dgm:cxn modelId="{56F3B340-CEA8-483E-BA22-F14706A5CA8D}" type="presParOf" srcId="{6731075D-ABED-4938-8A55-646A37AC9D79}" destId="{8381D799-FEF1-49A9-9D13-92373390CD5F}" srcOrd="3" destOrd="0" presId="urn:microsoft.com/office/officeart/2005/8/layout/vList2"/>
    <dgm:cxn modelId="{B3A2386F-7497-49BE-B495-BC9925182F3F}" type="presParOf" srcId="{6731075D-ABED-4938-8A55-646A37AC9D79}" destId="{1FF73E35-670D-4093-8B9B-90F0BD2AB970}" srcOrd="4" destOrd="0" presId="urn:microsoft.com/office/officeart/2005/8/layout/vList2"/>
    <dgm:cxn modelId="{4FE5C5EF-C9D5-404A-A15C-FB8492568CF5}" type="presParOf" srcId="{6731075D-ABED-4938-8A55-646A37AC9D79}" destId="{872CE73F-39FB-44E2-B55A-875893F98FD3}" srcOrd="5" destOrd="0" presId="urn:microsoft.com/office/officeart/2005/8/layout/vList2"/>
    <dgm:cxn modelId="{BAAF5C03-6DED-4FE6-9674-5AF4E9A24791}" type="presParOf" srcId="{6731075D-ABED-4938-8A55-646A37AC9D79}" destId="{DFA36D79-6364-4752-A129-7F11CD6D0033}" srcOrd="6" destOrd="0" presId="urn:microsoft.com/office/officeart/2005/8/layout/vList2"/>
    <dgm:cxn modelId="{021F86AB-65D6-4B94-9C77-554D4E6C317A}" type="presParOf" srcId="{6731075D-ABED-4938-8A55-646A37AC9D79}" destId="{1607533D-82A2-4892-A16E-DA6B5610B821}" srcOrd="7" destOrd="0" presId="urn:microsoft.com/office/officeart/2005/8/layout/vList2"/>
    <dgm:cxn modelId="{988313F9-8B8B-41D6-8E3A-18E674ED4CBD}" type="presParOf" srcId="{6731075D-ABED-4938-8A55-646A37AC9D79}" destId="{A1F50F83-953A-4608-935B-EF59DBCB76A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0C65B6-8D76-4BF2-B0D6-F6C934A3373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1BE0C8-1D3B-4C14-A802-0C614A73B2B1}">
      <dgm:prSet/>
      <dgm:spPr/>
      <dgm:t>
        <a:bodyPr/>
        <a:lstStyle/>
        <a:p>
          <a:r>
            <a:rPr lang="en-US"/>
            <a:t>Dataset includes timestamps, station names, user type etc.</a:t>
          </a:r>
        </a:p>
      </dgm:t>
    </dgm:pt>
    <dgm:pt modelId="{32DFB326-DF8A-4F6E-A0F1-E32B3688709C}" type="parTrans" cxnId="{E50CBB6D-83D5-47A1-861C-9926F5BB6A03}">
      <dgm:prSet/>
      <dgm:spPr/>
      <dgm:t>
        <a:bodyPr/>
        <a:lstStyle/>
        <a:p>
          <a:endParaRPr lang="en-US"/>
        </a:p>
      </dgm:t>
    </dgm:pt>
    <dgm:pt modelId="{F5E22CD2-BE2F-4D49-B764-C65B7A8D6692}" type="sibTrans" cxnId="{E50CBB6D-83D5-47A1-861C-9926F5BB6A03}">
      <dgm:prSet/>
      <dgm:spPr/>
      <dgm:t>
        <a:bodyPr/>
        <a:lstStyle/>
        <a:p>
          <a:endParaRPr lang="en-US"/>
        </a:p>
      </dgm:t>
    </dgm:pt>
    <dgm:pt modelId="{6774CC51-7BE6-41E6-B05A-FBE64F858A12}">
      <dgm:prSet/>
      <dgm:spPr/>
      <dgm:t>
        <a:bodyPr/>
        <a:lstStyle/>
        <a:p>
          <a:r>
            <a:rPr lang="en-US"/>
            <a:t>Cleaned timestamps &amp; calculated trip duration</a:t>
          </a:r>
        </a:p>
      </dgm:t>
    </dgm:pt>
    <dgm:pt modelId="{837C21FF-9FD9-4BF7-9F9F-46EAF0409466}" type="parTrans" cxnId="{C2CF920D-ECD7-4DA0-BCA2-A7D200AF4833}">
      <dgm:prSet/>
      <dgm:spPr/>
      <dgm:t>
        <a:bodyPr/>
        <a:lstStyle/>
        <a:p>
          <a:endParaRPr lang="en-US"/>
        </a:p>
      </dgm:t>
    </dgm:pt>
    <dgm:pt modelId="{D5EE438D-9115-49C9-BEBD-E42796159360}" type="sibTrans" cxnId="{C2CF920D-ECD7-4DA0-BCA2-A7D200AF4833}">
      <dgm:prSet/>
      <dgm:spPr/>
      <dgm:t>
        <a:bodyPr/>
        <a:lstStyle/>
        <a:p>
          <a:endParaRPr lang="en-US"/>
        </a:p>
      </dgm:t>
    </dgm:pt>
    <dgm:pt modelId="{F546EE26-78FE-4E74-8AD9-F322E2B75B44}">
      <dgm:prSet/>
      <dgm:spPr/>
      <dgm:t>
        <a:bodyPr/>
        <a:lstStyle/>
        <a:p>
          <a:r>
            <a:rPr lang="en-US"/>
            <a:t>Made dataset analysis-ready</a:t>
          </a:r>
        </a:p>
      </dgm:t>
    </dgm:pt>
    <dgm:pt modelId="{A2A52DD1-8EEA-4DE3-B467-9C048334F485}" type="parTrans" cxnId="{8C2415CB-EDAC-4A27-89D8-5F0FE2488E1E}">
      <dgm:prSet/>
      <dgm:spPr/>
      <dgm:t>
        <a:bodyPr/>
        <a:lstStyle/>
        <a:p>
          <a:endParaRPr lang="en-US"/>
        </a:p>
      </dgm:t>
    </dgm:pt>
    <dgm:pt modelId="{3FE3D53D-0505-43C9-88E5-5426279DF921}" type="sibTrans" cxnId="{8C2415CB-EDAC-4A27-89D8-5F0FE2488E1E}">
      <dgm:prSet/>
      <dgm:spPr/>
      <dgm:t>
        <a:bodyPr/>
        <a:lstStyle/>
        <a:p>
          <a:endParaRPr lang="en-US"/>
        </a:p>
      </dgm:t>
    </dgm:pt>
    <dgm:pt modelId="{FD35815B-87B4-4405-97D7-BF38D469E751}" type="pres">
      <dgm:prSet presAssocID="{2A0C65B6-8D76-4BF2-B0D6-F6C934A3373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175A8E-0B31-4CFA-A709-1DB954378930}" type="pres">
      <dgm:prSet presAssocID="{C21BE0C8-1D3B-4C14-A802-0C614A73B2B1}" presName="hierRoot1" presStyleCnt="0"/>
      <dgm:spPr/>
    </dgm:pt>
    <dgm:pt modelId="{EE300D75-4CD4-4213-A484-7FFB59A4A31A}" type="pres">
      <dgm:prSet presAssocID="{C21BE0C8-1D3B-4C14-A802-0C614A73B2B1}" presName="composite" presStyleCnt="0"/>
      <dgm:spPr/>
    </dgm:pt>
    <dgm:pt modelId="{29D03B21-E364-43DA-90EB-371940545E93}" type="pres">
      <dgm:prSet presAssocID="{C21BE0C8-1D3B-4C14-A802-0C614A73B2B1}" presName="background" presStyleLbl="node0" presStyleIdx="0" presStyleCnt="3"/>
      <dgm:spPr/>
    </dgm:pt>
    <dgm:pt modelId="{A1BEC934-481A-49D1-9877-99A0EBF10208}" type="pres">
      <dgm:prSet presAssocID="{C21BE0C8-1D3B-4C14-A802-0C614A73B2B1}" presName="text" presStyleLbl="fgAcc0" presStyleIdx="0" presStyleCnt="3">
        <dgm:presLayoutVars>
          <dgm:chPref val="3"/>
        </dgm:presLayoutVars>
      </dgm:prSet>
      <dgm:spPr/>
    </dgm:pt>
    <dgm:pt modelId="{BBC9BF31-281D-425F-9453-B988B76D1EE1}" type="pres">
      <dgm:prSet presAssocID="{C21BE0C8-1D3B-4C14-A802-0C614A73B2B1}" presName="hierChild2" presStyleCnt="0"/>
      <dgm:spPr/>
    </dgm:pt>
    <dgm:pt modelId="{FCE199B2-F73A-4651-8393-9CA1FC836832}" type="pres">
      <dgm:prSet presAssocID="{6774CC51-7BE6-41E6-B05A-FBE64F858A12}" presName="hierRoot1" presStyleCnt="0"/>
      <dgm:spPr/>
    </dgm:pt>
    <dgm:pt modelId="{54032EC5-0B7B-4C42-AF22-F116FA97F99F}" type="pres">
      <dgm:prSet presAssocID="{6774CC51-7BE6-41E6-B05A-FBE64F858A12}" presName="composite" presStyleCnt="0"/>
      <dgm:spPr/>
    </dgm:pt>
    <dgm:pt modelId="{AE1CA892-CF62-41A6-8BBB-A9A5A579D756}" type="pres">
      <dgm:prSet presAssocID="{6774CC51-7BE6-41E6-B05A-FBE64F858A12}" presName="background" presStyleLbl="node0" presStyleIdx="1" presStyleCnt="3"/>
      <dgm:spPr/>
    </dgm:pt>
    <dgm:pt modelId="{F82863B1-C449-4478-A3BA-7C604D42DC69}" type="pres">
      <dgm:prSet presAssocID="{6774CC51-7BE6-41E6-B05A-FBE64F858A12}" presName="text" presStyleLbl="fgAcc0" presStyleIdx="1" presStyleCnt="3">
        <dgm:presLayoutVars>
          <dgm:chPref val="3"/>
        </dgm:presLayoutVars>
      </dgm:prSet>
      <dgm:spPr/>
    </dgm:pt>
    <dgm:pt modelId="{469B2A1E-2164-4880-95B0-B7F574BBEE67}" type="pres">
      <dgm:prSet presAssocID="{6774CC51-7BE6-41E6-B05A-FBE64F858A12}" presName="hierChild2" presStyleCnt="0"/>
      <dgm:spPr/>
    </dgm:pt>
    <dgm:pt modelId="{B056F5EE-1348-47B4-8E9F-371DEFE8BBBC}" type="pres">
      <dgm:prSet presAssocID="{F546EE26-78FE-4E74-8AD9-F322E2B75B44}" presName="hierRoot1" presStyleCnt="0"/>
      <dgm:spPr/>
    </dgm:pt>
    <dgm:pt modelId="{A88A2833-C89B-46CF-925C-50E7F4403D6A}" type="pres">
      <dgm:prSet presAssocID="{F546EE26-78FE-4E74-8AD9-F322E2B75B44}" presName="composite" presStyleCnt="0"/>
      <dgm:spPr/>
    </dgm:pt>
    <dgm:pt modelId="{E4AB0214-8BFF-4D07-954F-33DA06C95144}" type="pres">
      <dgm:prSet presAssocID="{F546EE26-78FE-4E74-8AD9-F322E2B75B44}" presName="background" presStyleLbl="node0" presStyleIdx="2" presStyleCnt="3"/>
      <dgm:spPr/>
    </dgm:pt>
    <dgm:pt modelId="{46D17B6E-708C-4019-8FD0-6D32C1E32FAF}" type="pres">
      <dgm:prSet presAssocID="{F546EE26-78FE-4E74-8AD9-F322E2B75B44}" presName="text" presStyleLbl="fgAcc0" presStyleIdx="2" presStyleCnt="3">
        <dgm:presLayoutVars>
          <dgm:chPref val="3"/>
        </dgm:presLayoutVars>
      </dgm:prSet>
      <dgm:spPr/>
    </dgm:pt>
    <dgm:pt modelId="{B770443B-661C-45C3-8FE2-97E7CF6F7D27}" type="pres">
      <dgm:prSet presAssocID="{F546EE26-78FE-4E74-8AD9-F322E2B75B44}" presName="hierChild2" presStyleCnt="0"/>
      <dgm:spPr/>
    </dgm:pt>
  </dgm:ptLst>
  <dgm:cxnLst>
    <dgm:cxn modelId="{C2CF920D-ECD7-4DA0-BCA2-A7D200AF4833}" srcId="{2A0C65B6-8D76-4BF2-B0D6-F6C934A33730}" destId="{6774CC51-7BE6-41E6-B05A-FBE64F858A12}" srcOrd="1" destOrd="0" parTransId="{837C21FF-9FD9-4BF7-9F9F-46EAF0409466}" sibTransId="{D5EE438D-9115-49C9-BEBD-E42796159360}"/>
    <dgm:cxn modelId="{AAD99213-28D6-41D8-92D5-F86207D058AF}" type="presOf" srcId="{2A0C65B6-8D76-4BF2-B0D6-F6C934A33730}" destId="{FD35815B-87B4-4405-97D7-BF38D469E751}" srcOrd="0" destOrd="0" presId="urn:microsoft.com/office/officeart/2005/8/layout/hierarchy1"/>
    <dgm:cxn modelId="{E50CBB6D-83D5-47A1-861C-9926F5BB6A03}" srcId="{2A0C65B6-8D76-4BF2-B0D6-F6C934A33730}" destId="{C21BE0C8-1D3B-4C14-A802-0C614A73B2B1}" srcOrd="0" destOrd="0" parTransId="{32DFB326-DF8A-4F6E-A0F1-E32B3688709C}" sibTransId="{F5E22CD2-BE2F-4D49-B764-C65B7A8D6692}"/>
    <dgm:cxn modelId="{BD192754-14A4-4125-B5A2-7B46BBFD8A37}" type="presOf" srcId="{6774CC51-7BE6-41E6-B05A-FBE64F858A12}" destId="{F82863B1-C449-4478-A3BA-7C604D42DC69}" srcOrd="0" destOrd="0" presId="urn:microsoft.com/office/officeart/2005/8/layout/hierarchy1"/>
    <dgm:cxn modelId="{4F7D2C7C-691F-457D-8778-94A45D64D591}" type="presOf" srcId="{F546EE26-78FE-4E74-8AD9-F322E2B75B44}" destId="{46D17B6E-708C-4019-8FD0-6D32C1E32FAF}" srcOrd="0" destOrd="0" presId="urn:microsoft.com/office/officeart/2005/8/layout/hierarchy1"/>
    <dgm:cxn modelId="{8C2415CB-EDAC-4A27-89D8-5F0FE2488E1E}" srcId="{2A0C65B6-8D76-4BF2-B0D6-F6C934A33730}" destId="{F546EE26-78FE-4E74-8AD9-F322E2B75B44}" srcOrd="2" destOrd="0" parTransId="{A2A52DD1-8EEA-4DE3-B467-9C048334F485}" sibTransId="{3FE3D53D-0505-43C9-88E5-5426279DF921}"/>
    <dgm:cxn modelId="{A83C30D8-A0BA-4D30-9241-BC9850FF716C}" type="presOf" srcId="{C21BE0C8-1D3B-4C14-A802-0C614A73B2B1}" destId="{A1BEC934-481A-49D1-9877-99A0EBF10208}" srcOrd="0" destOrd="0" presId="urn:microsoft.com/office/officeart/2005/8/layout/hierarchy1"/>
    <dgm:cxn modelId="{3936D88A-4DDA-4870-8F10-5909C28D8C6E}" type="presParOf" srcId="{FD35815B-87B4-4405-97D7-BF38D469E751}" destId="{BB175A8E-0B31-4CFA-A709-1DB954378930}" srcOrd="0" destOrd="0" presId="urn:microsoft.com/office/officeart/2005/8/layout/hierarchy1"/>
    <dgm:cxn modelId="{EFCEAF3A-7CF5-4E65-8280-AF81DCD45B54}" type="presParOf" srcId="{BB175A8E-0B31-4CFA-A709-1DB954378930}" destId="{EE300D75-4CD4-4213-A484-7FFB59A4A31A}" srcOrd="0" destOrd="0" presId="urn:microsoft.com/office/officeart/2005/8/layout/hierarchy1"/>
    <dgm:cxn modelId="{E622AB36-FD5C-48A0-9FCB-FDA77872EBED}" type="presParOf" srcId="{EE300D75-4CD4-4213-A484-7FFB59A4A31A}" destId="{29D03B21-E364-43DA-90EB-371940545E93}" srcOrd="0" destOrd="0" presId="urn:microsoft.com/office/officeart/2005/8/layout/hierarchy1"/>
    <dgm:cxn modelId="{66142985-066E-4FC1-BA04-A4100CF7B48C}" type="presParOf" srcId="{EE300D75-4CD4-4213-A484-7FFB59A4A31A}" destId="{A1BEC934-481A-49D1-9877-99A0EBF10208}" srcOrd="1" destOrd="0" presId="urn:microsoft.com/office/officeart/2005/8/layout/hierarchy1"/>
    <dgm:cxn modelId="{592DAD24-025D-45C1-A2D0-CEB2BCE8077B}" type="presParOf" srcId="{BB175A8E-0B31-4CFA-A709-1DB954378930}" destId="{BBC9BF31-281D-425F-9453-B988B76D1EE1}" srcOrd="1" destOrd="0" presId="urn:microsoft.com/office/officeart/2005/8/layout/hierarchy1"/>
    <dgm:cxn modelId="{7E377C17-59A1-446C-AE6E-1DC25B185239}" type="presParOf" srcId="{FD35815B-87B4-4405-97D7-BF38D469E751}" destId="{FCE199B2-F73A-4651-8393-9CA1FC836832}" srcOrd="1" destOrd="0" presId="urn:microsoft.com/office/officeart/2005/8/layout/hierarchy1"/>
    <dgm:cxn modelId="{146B793F-9233-4FC5-B51D-BE9D84BF11DE}" type="presParOf" srcId="{FCE199B2-F73A-4651-8393-9CA1FC836832}" destId="{54032EC5-0B7B-4C42-AF22-F116FA97F99F}" srcOrd="0" destOrd="0" presId="urn:microsoft.com/office/officeart/2005/8/layout/hierarchy1"/>
    <dgm:cxn modelId="{4ABF25B8-C9DC-4E52-A994-4069FE19BC7E}" type="presParOf" srcId="{54032EC5-0B7B-4C42-AF22-F116FA97F99F}" destId="{AE1CA892-CF62-41A6-8BBB-A9A5A579D756}" srcOrd="0" destOrd="0" presId="urn:microsoft.com/office/officeart/2005/8/layout/hierarchy1"/>
    <dgm:cxn modelId="{CA3FCD72-EE15-49D5-9278-A415E418F68B}" type="presParOf" srcId="{54032EC5-0B7B-4C42-AF22-F116FA97F99F}" destId="{F82863B1-C449-4478-A3BA-7C604D42DC69}" srcOrd="1" destOrd="0" presId="urn:microsoft.com/office/officeart/2005/8/layout/hierarchy1"/>
    <dgm:cxn modelId="{299D556A-58C2-4FE5-9919-46793412088B}" type="presParOf" srcId="{FCE199B2-F73A-4651-8393-9CA1FC836832}" destId="{469B2A1E-2164-4880-95B0-B7F574BBEE67}" srcOrd="1" destOrd="0" presId="urn:microsoft.com/office/officeart/2005/8/layout/hierarchy1"/>
    <dgm:cxn modelId="{E23AAEEB-E34B-4264-A5FA-9E35DE6FE42E}" type="presParOf" srcId="{FD35815B-87B4-4405-97D7-BF38D469E751}" destId="{B056F5EE-1348-47B4-8E9F-371DEFE8BBBC}" srcOrd="2" destOrd="0" presId="urn:microsoft.com/office/officeart/2005/8/layout/hierarchy1"/>
    <dgm:cxn modelId="{65008EFF-ADEC-4E2F-8691-425E208D3CA5}" type="presParOf" srcId="{B056F5EE-1348-47B4-8E9F-371DEFE8BBBC}" destId="{A88A2833-C89B-46CF-925C-50E7F4403D6A}" srcOrd="0" destOrd="0" presId="urn:microsoft.com/office/officeart/2005/8/layout/hierarchy1"/>
    <dgm:cxn modelId="{AF2731F6-0FD6-4977-9288-1D88FFACB4D5}" type="presParOf" srcId="{A88A2833-C89B-46CF-925C-50E7F4403D6A}" destId="{E4AB0214-8BFF-4D07-954F-33DA06C95144}" srcOrd="0" destOrd="0" presId="urn:microsoft.com/office/officeart/2005/8/layout/hierarchy1"/>
    <dgm:cxn modelId="{3953BDEA-B5BF-40C0-A2F3-C41181B9DAE3}" type="presParOf" srcId="{A88A2833-C89B-46CF-925C-50E7F4403D6A}" destId="{46D17B6E-708C-4019-8FD0-6D32C1E32FAF}" srcOrd="1" destOrd="0" presId="urn:microsoft.com/office/officeart/2005/8/layout/hierarchy1"/>
    <dgm:cxn modelId="{60324B2C-7FEA-4D5A-8E68-307AC78A6515}" type="presParOf" srcId="{B056F5EE-1348-47B4-8E9F-371DEFE8BBBC}" destId="{B770443B-661C-45C3-8FE2-97E7CF6F7D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5D99DA-92E3-43C7-BD6F-DF9CE39B757D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9A96375-C8B5-4EFD-AA37-567A85E1CE7E}">
      <dgm:prSet/>
      <dgm:spPr/>
      <dgm:t>
        <a:bodyPr/>
        <a:lstStyle/>
        <a:p>
          <a:r>
            <a:rPr lang="en-US" dirty="0"/>
            <a:t>Python : Pandas, NumPy</a:t>
          </a:r>
        </a:p>
      </dgm:t>
    </dgm:pt>
    <dgm:pt modelId="{D3A2A734-A5F9-4CCC-9C1E-EEAE6A2F361E}" type="parTrans" cxnId="{5C2A043B-D9FC-4DE5-A78A-A34F2449AF1A}">
      <dgm:prSet/>
      <dgm:spPr/>
      <dgm:t>
        <a:bodyPr/>
        <a:lstStyle/>
        <a:p>
          <a:endParaRPr lang="en-US"/>
        </a:p>
      </dgm:t>
    </dgm:pt>
    <dgm:pt modelId="{C0CBAA0D-E0B1-48D5-9D8C-F5A2142A46F5}" type="sibTrans" cxnId="{5C2A043B-D9FC-4DE5-A78A-A34F2449AF1A}">
      <dgm:prSet/>
      <dgm:spPr/>
      <dgm:t>
        <a:bodyPr/>
        <a:lstStyle/>
        <a:p>
          <a:endParaRPr lang="en-US"/>
        </a:p>
      </dgm:t>
    </dgm:pt>
    <dgm:pt modelId="{55FFE20C-9EF4-4366-9C5B-EAC8BB124617}">
      <dgm:prSet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: </a:t>
          </a:r>
          <a:r>
            <a:rPr lang="en-US" dirty="0" err="1"/>
            <a:t>Plotly</a:t>
          </a:r>
          <a:r>
            <a:rPr lang="en-US" dirty="0"/>
            <a:t>/Matplotlib</a:t>
          </a:r>
        </a:p>
      </dgm:t>
    </dgm:pt>
    <dgm:pt modelId="{C111A795-82EB-4862-9D84-D4892DFD3CAE}" type="parTrans" cxnId="{F021362D-FAFA-4D16-B920-B104E0154976}">
      <dgm:prSet/>
      <dgm:spPr/>
      <dgm:t>
        <a:bodyPr/>
        <a:lstStyle/>
        <a:p>
          <a:endParaRPr lang="en-US"/>
        </a:p>
      </dgm:t>
    </dgm:pt>
    <dgm:pt modelId="{42C92E9C-3ACA-49CF-BB08-5782934D69B3}" type="sibTrans" cxnId="{F021362D-FAFA-4D16-B920-B104E0154976}">
      <dgm:prSet/>
      <dgm:spPr/>
      <dgm:t>
        <a:bodyPr/>
        <a:lstStyle/>
        <a:p>
          <a:endParaRPr lang="en-US"/>
        </a:p>
      </dgm:t>
    </dgm:pt>
    <dgm:pt modelId="{355200B9-DF1D-4CF6-A0D5-8DC089A6C14A}">
      <dgm:prSet/>
      <dgm:spPr/>
      <dgm:t>
        <a:bodyPr/>
        <a:lstStyle/>
        <a:p>
          <a:r>
            <a:rPr lang="en-US" dirty="0"/>
            <a:t>GitHub , Taiga , </a:t>
          </a:r>
          <a:r>
            <a:rPr lang="en-US" dirty="0" err="1"/>
            <a:t>Pytest</a:t>
          </a:r>
          <a:endParaRPr lang="en-US" dirty="0"/>
        </a:p>
      </dgm:t>
    </dgm:pt>
    <dgm:pt modelId="{DB342027-CBED-4C16-8A56-B5F195127EC9}" type="parTrans" cxnId="{6DB818C8-B285-4AC1-A035-73BAE4AE36BA}">
      <dgm:prSet/>
      <dgm:spPr/>
      <dgm:t>
        <a:bodyPr/>
        <a:lstStyle/>
        <a:p>
          <a:endParaRPr lang="en-US"/>
        </a:p>
      </dgm:t>
    </dgm:pt>
    <dgm:pt modelId="{25EA58DA-9DBF-404E-8AD3-F0C771CD407A}" type="sibTrans" cxnId="{6DB818C8-B285-4AC1-A035-73BAE4AE36BA}">
      <dgm:prSet/>
      <dgm:spPr/>
      <dgm:t>
        <a:bodyPr/>
        <a:lstStyle/>
        <a:p>
          <a:endParaRPr lang="en-US"/>
        </a:p>
      </dgm:t>
    </dgm:pt>
    <dgm:pt modelId="{99EAD265-AC4E-4C8A-A1C3-F06B53C58BED}" type="pres">
      <dgm:prSet presAssocID="{4F5D99DA-92E3-43C7-BD6F-DF9CE39B757D}" presName="Name0" presStyleCnt="0">
        <dgm:presLayoutVars>
          <dgm:dir/>
          <dgm:animLvl val="lvl"/>
          <dgm:resizeHandles val="exact"/>
        </dgm:presLayoutVars>
      </dgm:prSet>
      <dgm:spPr/>
    </dgm:pt>
    <dgm:pt modelId="{22EAAF7E-D41A-446B-90E5-695B884DF1A5}" type="pres">
      <dgm:prSet presAssocID="{A9A96375-C8B5-4EFD-AA37-567A85E1CE7E}" presName="linNode" presStyleCnt="0"/>
      <dgm:spPr/>
    </dgm:pt>
    <dgm:pt modelId="{0878AA87-28DC-4C9E-B61D-D8DA168AE13C}" type="pres">
      <dgm:prSet presAssocID="{A9A96375-C8B5-4EFD-AA37-567A85E1CE7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ECE90D1-9354-44D8-98C1-CF78EA908592}" type="pres">
      <dgm:prSet presAssocID="{C0CBAA0D-E0B1-48D5-9D8C-F5A2142A46F5}" presName="sp" presStyleCnt="0"/>
      <dgm:spPr/>
    </dgm:pt>
    <dgm:pt modelId="{E29C7098-C667-412F-9BF4-001F959DDFF4}" type="pres">
      <dgm:prSet presAssocID="{55FFE20C-9EF4-4366-9C5B-EAC8BB124617}" presName="linNode" presStyleCnt="0"/>
      <dgm:spPr/>
    </dgm:pt>
    <dgm:pt modelId="{5AA3A89E-9DC3-460B-8430-96E7EDD8D429}" type="pres">
      <dgm:prSet presAssocID="{55FFE20C-9EF4-4366-9C5B-EAC8BB12461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FE74211-5475-407D-8E5E-F657A3F84C56}" type="pres">
      <dgm:prSet presAssocID="{42C92E9C-3ACA-49CF-BB08-5782934D69B3}" presName="sp" presStyleCnt="0"/>
      <dgm:spPr/>
    </dgm:pt>
    <dgm:pt modelId="{D8AB0676-1789-4670-ADA7-255C93D80A03}" type="pres">
      <dgm:prSet presAssocID="{355200B9-DF1D-4CF6-A0D5-8DC089A6C14A}" presName="linNode" presStyleCnt="0"/>
      <dgm:spPr/>
    </dgm:pt>
    <dgm:pt modelId="{8D90AB5E-E0F3-45EB-9487-0EC9C1525D46}" type="pres">
      <dgm:prSet presAssocID="{355200B9-DF1D-4CF6-A0D5-8DC089A6C14A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F021362D-FAFA-4D16-B920-B104E0154976}" srcId="{4F5D99DA-92E3-43C7-BD6F-DF9CE39B757D}" destId="{55FFE20C-9EF4-4366-9C5B-EAC8BB124617}" srcOrd="1" destOrd="0" parTransId="{C111A795-82EB-4862-9D84-D4892DFD3CAE}" sibTransId="{42C92E9C-3ACA-49CF-BB08-5782934D69B3}"/>
    <dgm:cxn modelId="{5C2A043B-D9FC-4DE5-A78A-A34F2449AF1A}" srcId="{4F5D99DA-92E3-43C7-BD6F-DF9CE39B757D}" destId="{A9A96375-C8B5-4EFD-AA37-567A85E1CE7E}" srcOrd="0" destOrd="0" parTransId="{D3A2A734-A5F9-4CCC-9C1E-EEAE6A2F361E}" sibTransId="{C0CBAA0D-E0B1-48D5-9D8C-F5A2142A46F5}"/>
    <dgm:cxn modelId="{31B1DF6F-1D72-402A-9A86-3BADFC402D8B}" type="presOf" srcId="{355200B9-DF1D-4CF6-A0D5-8DC089A6C14A}" destId="{8D90AB5E-E0F3-45EB-9487-0EC9C1525D46}" srcOrd="0" destOrd="0" presId="urn:microsoft.com/office/officeart/2005/8/layout/vList5"/>
    <dgm:cxn modelId="{179158AC-69EF-4460-BDD7-BA71A340CF8E}" type="presOf" srcId="{55FFE20C-9EF4-4366-9C5B-EAC8BB124617}" destId="{5AA3A89E-9DC3-460B-8430-96E7EDD8D429}" srcOrd="0" destOrd="0" presId="urn:microsoft.com/office/officeart/2005/8/layout/vList5"/>
    <dgm:cxn modelId="{07D29BAC-B0F1-416A-98AE-F88C4F64D8AA}" type="presOf" srcId="{A9A96375-C8B5-4EFD-AA37-567A85E1CE7E}" destId="{0878AA87-28DC-4C9E-B61D-D8DA168AE13C}" srcOrd="0" destOrd="0" presId="urn:microsoft.com/office/officeart/2005/8/layout/vList5"/>
    <dgm:cxn modelId="{6DB818C8-B285-4AC1-A035-73BAE4AE36BA}" srcId="{4F5D99DA-92E3-43C7-BD6F-DF9CE39B757D}" destId="{355200B9-DF1D-4CF6-A0D5-8DC089A6C14A}" srcOrd="2" destOrd="0" parTransId="{DB342027-CBED-4C16-8A56-B5F195127EC9}" sibTransId="{25EA58DA-9DBF-404E-8AD3-F0C771CD407A}"/>
    <dgm:cxn modelId="{DE6D5DF2-E937-4A9A-BA19-36A885499EB5}" type="presOf" srcId="{4F5D99DA-92E3-43C7-BD6F-DF9CE39B757D}" destId="{99EAD265-AC4E-4C8A-A1C3-F06B53C58BED}" srcOrd="0" destOrd="0" presId="urn:microsoft.com/office/officeart/2005/8/layout/vList5"/>
    <dgm:cxn modelId="{8D63E1BB-1ADF-4B08-9D67-9711E2A7C5F6}" type="presParOf" srcId="{99EAD265-AC4E-4C8A-A1C3-F06B53C58BED}" destId="{22EAAF7E-D41A-446B-90E5-695B884DF1A5}" srcOrd="0" destOrd="0" presId="urn:microsoft.com/office/officeart/2005/8/layout/vList5"/>
    <dgm:cxn modelId="{47943C8C-C86A-4A16-9C1C-E85E1BD8E223}" type="presParOf" srcId="{22EAAF7E-D41A-446B-90E5-695B884DF1A5}" destId="{0878AA87-28DC-4C9E-B61D-D8DA168AE13C}" srcOrd="0" destOrd="0" presId="urn:microsoft.com/office/officeart/2005/8/layout/vList5"/>
    <dgm:cxn modelId="{E5503816-2D30-4E77-AAEC-ED33AA00B7C1}" type="presParOf" srcId="{99EAD265-AC4E-4C8A-A1C3-F06B53C58BED}" destId="{5ECE90D1-9354-44D8-98C1-CF78EA908592}" srcOrd="1" destOrd="0" presId="urn:microsoft.com/office/officeart/2005/8/layout/vList5"/>
    <dgm:cxn modelId="{9967021B-252B-49E3-9EAD-D252383A43C6}" type="presParOf" srcId="{99EAD265-AC4E-4C8A-A1C3-F06B53C58BED}" destId="{E29C7098-C667-412F-9BF4-001F959DDFF4}" srcOrd="2" destOrd="0" presId="urn:microsoft.com/office/officeart/2005/8/layout/vList5"/>
    <dgm:cxn modelId="{CFC257C2-7A70-4CE9-8E8A-4F84C5252F81}" type="presParOf" srcId="{E29C7098-C667-412F-9BF4-001F959DDFF4}" destId="{5AA3A89E-9DC3-460B-8430-96E7EDD8D429}" srcOrd="0" destOrd="0" presId="urn:microsoft.com/office/officeart/2005/8/layout/vList5"/>
    <dgm:cxn modelId="{386D1CBB-237A-4DCB-9FF2-A70220A70D92}" type="presParOf" srcId="{99EAD265-AC4E-4C8A-A1C3-F06B53C58BED}" destId="{EFE74211-5475-407D-8E5E-F657A3F84C56}" srcOrd="3" destOrd="0" presId="urn:microsoft.com/office/officeart/2005/8/layout/vList5"/>
    <dgm:cxn modelId="{CBF2AD86-07D4-4308-BB12-AEFAE4BF649E}" type="presParOf" srcId="{99EAD265-AC4E-4C8A-A1C3-F06B53C58BED}" destId="{D8AB0676-1789-4670-ADA7-255C93D80A03}" srcOrd="4" destOrd="0" presId="urn:microsoft.com/office/officeart/2005/8/layout/vList5"/>
    <dgm:cxn modelId="{FA518921-396E-42EE-B897-01D8794370B5}" type="presParOf" srcId="{D8AB0676-1789-4670-ADA7-255C93D80A03}" destId="{8D90AB5E-E0F3-45EB-9487-0EC9C1525D4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5442BA-E49F-4B42-8B53-CFA4BDF369F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0FCD96-3B45-450D-9FF7-195ED32F5311}">
      <dgm:prSet/>
      <dgm:spPr/>
      <dgm:t>
        <a:bodyPr/>
        <a:lstStyle/>
        <a:p>
          <a:r>
            <a:rPr lang="en-US"/>
            <a:t>Data loading + cleaning pipeline</a:t>
          </a:r>
        </a:p>
      </dgm:t>
    </dgm:pt>
    <dgm:pt modelId="{7F4E1470-7D63-42D7-BE3D-59BE0B56956B}" type="parTrans" cxnId="{ACCF5133-8FA4-4092-BE45-896D6AEB242F}">
      <dgm:prSet/>
      <dgm:spPr/>
      <dgm:t>
        <a:bodyPr/>
        <a:lstStyle/>
        <a:p>
          <a:endParaRPr lang="en-US"/>
        </a:p>
      </dgm:t>
    </dgm:pt>
    <dgm:pt modelId="{C369F1FF-FAC6-4C80-AB42-72C383FD9464}" type="sibTrans" cxnId="{ACCF5133-8FA4-4092-BE45-896D6AEB242F}">
      <dgm:prSet/>
      <dgm:spPr/>
      <dgm:t>
        <a:bodyPr/>
        <a:lstStyle/>
        <a:p>
          <a:endParaRPr lang="en-US"/>
        </a:p>
      </dgm:t>
    </dgm:pt>
    <dgm:pt modelId="{80C108D1-987E-4272-9851-4BF9F06EA53F}">
      <dgm:prSet/>
      <dgm:spPr/>
      <dgm:t>
        <a:bodyPr/>
        <a:lstStyle/>
        <a:p>
          <a:r>
            <a:rPr lang="en-US"/>
            <a:t>Timestamp formatting</a:t>
          </a:r>
        </a:p>
      </dgm:t>
    </dgm:pt>
    <dgm:pt modelId="{E3610C9F-473B-4044-B8D2-3B212DAB21CA}" type="parTrans" cxnId="{1C14F990-068E-478B-BB54-000586985123}">
      <dgm:prSet/>
      <dgm:spPr/>
      <dgm:t>
        <a:bodyPr/>
        <a:lstStyle/>
        <a:p>
          <a:endParaRPr lang="en-US"/>
        </a:p>
      </dgm:t>
    </dgm:pt>
    <dgm:pt modelId="{3A3A3E67-50F0-4D42-92E3-ADE7DD34FE4E}" type="sibTrans" cxnId="{1C14F990-068E-478B-BB54-000586985123}">
      <dgm:prSet/>
      <dgm:spPr/>
      <dgm:t>
        <a:bodyPr/>
        <a:lstStyle/>
        <a:p>
          <a:endParaRPr lang="en-US"/>
        </a:p>
      </dgm:t>
    </dgm:pt>
    <dgm:pt modelId="{74760D7E-20F3-4CB5-A1E9-ACD9780B122A}">
      <dgm:prSet/>
      <dgm:spPr/>
      <dgm:t>
        <a:bodyPr/>
        <a:lstStyle/>
        <a:p>
          <a:r>
            <a:rPr lang="en-US"/>
            <a:t>Calculated ride duration</a:t>
          </a:r>
        </a:p>
      </dgm:t>
    </dgm:pt>
    <dgm:pt modelId="{1AE44E9D-A7A4-473A-94B5-37905FD82892}" type="parTrans" cxnId="{17A65C1F-D7AA-423D-9D9B-81E7ECFC9FFB}">
      <dgm:prSet/>
      <dgm:spPr/>
      <dgm:t>
        <a:bodyPr/>
        <a:lstStyle/>
        <a:p>
          <a:endParaRPr lang="en-US"/>
        </a:p>
      </dgm:t>
    </dgm:pt>
    <dgm:pt modelId="{629EDA2C-335F-49A4-81D2-726D166BBD26}" type="sibTrans" cxnId="{17A65C1F-D7AA-423D-9D9B-81E7ECFC9FFB}">
      <dgm:prSet/>
      <dgm:spPr/>
      <dgm:t>
        <a:bodyPr/>
        <a:lstStyle/>
        <a:p>
          <a:endParaRPr lang="en-US"/>
        </a:p>
      </dgm:t>
    </dgm:pt>
    <dgm:pt modelId="{E9FCCAD0-3C01-4489-A4CC-884C997913EB}">
      <dgm:prSet/>
      <dgm:spPr/>
      <dgm:t>
        <a:bodyPr/>
        <a:lstStyle/>
        <a:p>
          <a:r>
            <a:rPr lang="en-US"/>
            <a:t>Added unit tests (TDD)</a:t>
          </a:r>
        </a:p>
      </dgm:t>
    </dgm:pt>
    <dgm:pt modelId="{D66709BD-5E25-4400-8DC3-A037B354F318}" type="parTrans" cxnId="{FF61F306-60D7-4031-A1EF-3C22522C4955}">
      <dgm:prSet/>
      <dgm:spPr/>
      <dgm:t>
        <a:bodyPr/>
        <a:lstStyle/>
        <a:p>
          <a:endParaRPr lang="en-US"/>
        </a:p>
      </dgm:t>
    </dgm:pt>
    <dgm:pt modelId="{EE6EF254-0763-4006-A338-B14D22743662}" type="sibTrans" cxnId="{FF61F306-60D7-4031-A1EF-3C22522C4955}">
      <dgm:prSet/>
      <dgm:spPr/>
      <dgm:t>
        <a:bodyPr/>
        <a:lstStyle/>
        <a:p>
          <a:endParaRPr lang="en-US"/>
        </a:p>
      </dgm:t>
    </dgm:pt>
    <dgm:pt modelId="{8075C29C-3D75-4BE5-AD37-32B9433B6718}" type="pres">
      <dgm:prSet presAssocID="{885442BA-E49F-4B42-8B53-CFA4BDF369FC}" presName="linear" presStyleCnt="0">
        <dgm:presLayoutVars>
          <dgm:dir/>
          <dgm:animLvl val="lvl"/>
          <dgm:resizeHandles val="exact"/>
        </dgm:presLayoutVars>
      </dgm:prSet>
      <dgm:spPr/>
    </dgm:pt>
    <dgm:pt modelId="{94B65897-11A5-474E-9479-F061FB76DE12}" type="pres">
      <dgm:prSet presAssocID="{060FCD96-3B45-450D-9FF7-195ED32F5311}" presName="parentLin" presStyleCnt="0"/>
      <dgm:spPr/>
    </dgm:pt>
    <dgm:pt modelId="{1E4A55AF-F0F7-4A46-A189-D8AC0D151B0A}" type="pres">
      <dgm:prSet presAssocID="{060FCD96-3B45-450D-9FF7-195ED32F5311}" presName="parentLeftMargin" presStyleLbl="node1" presStyleIdx="0" presStyleCnt="4"/>
      <dgm:spPr/>
    </dgm:pt>
    <dgm:pt modelId="{38695703-2014-4DD3-B7D7-B71D9E413B17}" type="pres">
      <dgm:prSet presAssocID="{060FCD96-3B45-450D-9FF7-195ED32F53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A1009E-A44D-45DD-A971-8165B75CDAE2}" type="pres">
      <dgm:prSet presAssocID="{060FCD96-3B45-450D-9FF7-195ED32F5311}" presName="negativeSpace" presStyleCnt="0"/>
      <dgm:spPr/>
    </dgm:pt>
    <dgm:pt modelId="{C969401C-FA61-47FB-8282-7A827693287D}" type="pres">
      <dgm:prSet presAssocID="{060FCD96-3B45-450D-9FF7-195ED32F5311}" presName="childText" presStyleLbl="conFgAcc1" presStyleIdx="0" presStyleCnt="4">
        <dgm:presLayoutVars>
          <dgm:bulletEnabled val="1"/>
        </dgm:presLayoutVars>
      </dgm:prSet>
      <dgm:spPr/>
    </dgm:pt>
    <dgm:pt modelId="{EF07BBF9-B0B1-4526-A94C-4EBDB78BCC65}" type="pres">
      <dgm:prSet presAssocID="{C369F1FF-FAC6-4C80-AB42-72C383FD9464}" presName="spaceBetweenRectangles" presStyleCnt="0"/>
      <dgm:spPr/>
    </dgm:pt>
    <dgm:pt modelId="{CB9F1546-2204-430E-ABFA-66F66B91B01E}" type="pres">
      <dgm:prSet presAssocID="{80C108D1-987E-4272-9851-4BF9F06EA53F}" presName="parentLin" presStyleCnt="0"/>
      <dgm:spPr/>
    </dgm:pt>
    <dgm:pt modelId="{6FE4E064-23A8-4244-B4DD-F3C50BF3E746}" type="pres">
      <dgm:prSet presAssocID="{80C108D1-987E-4272-9851-4BF9F06EA53F}" presName="parentLeftMargin" presStyleLbl="node1" presStyleIdx="0" presStyleCnt="4"/>
      <dgm:spPr/>
    </dgm:pt>
    <dgm:pt modelId="{77A7AD21-CB6B-41B7-B8C5-7F03E33A39B7}" type="pres">
      <dgm:prSet presAssocID="{80C108D1-987E-4272-9851-4BF9F06EA5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6D6C33-7CBB-45C3-9409-DF63B242BEEE}" type="pres">
      <dgm:prSet presAssocID="{80C108D1-987E-4272-9851-4BF9F06EA53F}" presName="negativeSpace" presStyleCnt="0"/>
      <dgm:spPr/>
    </dgm:pt>
    <dgm:pt modelId="{DB0FCE23-D97D-4530-943C-F8C8171EFAC7}" type="pres">
      <dgm:prSet presAssocID="{80C108D1-987E-4272-9851-4BF9F06EA53F}" presName="childText" presStyleLbl="conFgAcc1" presStyleIdx="1" presStyleCnt="4">
        <dgm:presLayoutVars>
          <dgm:bulletEnabled val="1"/>
        </dgm:presLayoutVars>
      </dgm:prSet>
      <dgm:spPr/>
    </dgm:pt>
    <dgm:pt modelId="{CA71E80E-91D8-47D3-AF35-7822B49E3FE1}" type="pres">
      <dgm:prSet presAssocID="{3A3A3E67-50F0-4D42-92E3-ADE7DD34FE4E}" presName="spaceBetweenRectangles" presStyleCnt="0"/>
      <dgm:spPr/>
    </dgm:pt>
    <dgm:pt modelId="{06FDB288-5144-453F-A7C7-194997B8847E}" type="pres">
      <dgm:prSet presAssocID="{74760D7E-20F3-4CB5-A1E9-ACD9780B122A}" presName="parentLin" presStyleCnt="0"/>
      <dgm:spPr/>
    </dgm:pt>
    <dgm:pt modelId="{FA1AFC6F-CA2D-4F2D-8DD8-2AC6B6C8E75F}" type="pres">
      <dgm:prSet presAssocID="{74760D7E-20F3-4CB5-A1E9-ACD9780B122A}" presName="parentLeftMargin" presStyleLbl="node1" presStyleIdx="1" presStyleCnt="4"/>
      <dgm:spPr/>
    </dgm:pt>
    <dgm:pt modelId="{FF067368-63B1-4C29-A1F2-E3BC1A15BBCB}" type="pres">
      <dgm:prSet presAssocID="{74760D7E-20F3-4CB5-A1E9-ACD9780B12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26BE5A-448F-4344-B0C1-2E247FC3B0F0}" type="pres">
      <dgm:prSet presAssocID="{74760D7E-20F3-4CB5-A1E9-ACD9780B122A}" presName="negativeSpace" presStyleCnt="0"/>
      <dgm:spPr/>
    </dgm:pt>
    <dgm:pt modelId="{4E65597D-FF5B-4CB5-83E5-41F085B052FD}" type="pres">
      <dgm:prSet presAssocID="{74760D7E-20F3-4CB5-A1E9-ACD9780B122A}" presName="childText" presStyleLbl="conFgAcc1" presStyleIdx="2" presStyleCnt="4">
        <dgm:presLayoutVars>
          <dgm:bulletEnabled val="1"/>
        </dgm:presLayoutVars>
      </dgm:prSet>
      <dgm:spPr/>
    </dgm:pt>
    <dgm:pt modelId="{0547004E-4C05-453E-8A7C-C6FB4DD88864}" type="pres">
      <dgm:prSet presAssocID="{629EDA2C-335F-49A4-81D2-726D166BBD26}" presName="spaceBetweenRectangles" presStyleCnt="0"/>
      <dgm:spPr/>
    </dgm:pt>
    <dgm:pt modelId="{F0E7AD85-7FB5-4477-8316-C7C555348229}" type="pres">
      <dgm:prSet presAssocID="{E9FCCAD0-3C01-4489-A4CC-884C997913EB}" presName="parentLin" presStyleCnt="0"/>
      <dgm:spPr/>
    </dgm:pt>
    <dgm:pt modelId="{4D0D12A7-DC3E-4E44-89FC-7B61D964E2E0}" type="pres">
      <dgm:prSet presAssocID="{E9FCCAD0-3C01-4489-A4CC-884C997913EB}" presName="parentLeftMargin" presStyleLbl="node1" presStyleIdx="2" presStyleCnt="4"/>
      <dgm:spPr/>
    </dgm:pt>
    <dgm:pt modelId="{9539DEE4-4F43-4253-9207-F776BEEBFAF7}" type="pres">
      <dgm:prSet presAssocID="{E9FCCAD0-3C01-4489-A4CC-884C997913E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382D94-5AE2-4165-A30F-7B384273DE5F}" type="pres">
      <dgm:prSet presAssocID="{E9FCCAD0-3C01-4489-A4CC-884C997913EB}" presName="negativeSpace" presStyleCnt="0"/>
      <dgm:spPr/>
    </dgm:pt>
    <dgm:pt modelId="{D7C3EFBD-2854-4169-AEB7-D877A95F3CED}" type="pres">
      <dgm:prSet presAssocID="{E9FCCAD0-3C01-4489-A4CC-884C997913E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F61F306-60D7-4031-A1EF-3C22522C4955}" srcId="{885442BA-E49F-4B42-8B53-CFA4BDF369FC}" destId="{E9FCCAD0-3C01-4489-A4CC-884C997913EB}" srcOrd="3" destOrd="0" parTransId="{D66709BD-5E25-4400-8DC3-A037B354F318}" sibTransId="{EE6EF254-0763-4006-A338-B14D22743662}"/>
    <dgm:cxn modelId="{17A65C1F-D7AA-423D-9D9B-81E7ECFC9FFB}" srcId="{885442BA-E49F-4B42-8B53-CFA4BDF369FC}" destId="{74760D7E-20F3-4CB5-A1E9-ACD9780B122A}" srcOrd="2" destOrd="0" parTransId="{1AE44E9D-A7A4-473A-94B5-37905FD82892}" sibTransId="{629EDA2C-335F-49A4-81D2-726D166BBD26}"/>
    <dgm:cxn modelId="{5487AA29-D3B4-43EB-91C4-D04A95EEB004}" type="presOf" srcId="{885442BA-E49F-4B42-8B53-CFA4BDF369FC}" destId="{8075C29C-3D75-4BE5-AD37-32B9433B6718}" srcOrd="0" destOrd="0" presId="urn:microsoft.com/office/officeart/2005/8/layout/list1"/>
    <dgm:cxn modelId="{ACCF5133-8FA4-4092-BE45-896D6AEB242F}" srcId="{885442BA-E49F-4B42-8B53-CFA4BDF369FC}" destId="{060FCD96-3B45-450D-9FF7-195ED32F5311}" srcOrd="0" destOrd="0" parTransId="{7F4E1470-7D63-42D7-BE3D-59BE0B56956B}" sibTransId="{C369F1FF-FAC6-4C80-AB42-72C383FD9464}"/>
    <dgm:cxn modelId="{84C5C764-1614-4918-A7C1-CED31AB94F2A}" type="presOf" srcId="{E9FCCAD0-3C01-4489-A4CC-884C997913EB}" destId="{9539DEE4-4F43-4253-9207-F776BEEBFAF7}" srcOrd="1" destOrd="0" presId="urn:microsoft.com/office/officeart/2005/8/layout/list1"/>
    <dgm:cxn modelId="{3721486D-C239-4684-A2B6-65F420E677C7}" type="presOf" srcId="{80C108D1-987E-4272-9851-4BF9F06EA53F}" destId="{6FE4E064-23A8-4244-B4DD-F3C50BF3E746}" srcOrd="0" destOrd="0" presId="urn:microsoft.com/office/officeart/2005/8/layout/list1"/>
    <dgm:cxn modelId="{48DC4A51-C5C1-4927-A6E6-55470E3B3236}" type="presOf" srcId="{E9FCCAD0-3C01-4489-A4CC-884C997913EB}" destId="{4D0D12A7-DC3E-4E44-89FC-7B61D964E2E0}" srcOrd="0" destOrd="0" presId="urn:microsoft.com/office/officeart/2005/8/layout/list1"/>
    <dgm:cxn modelId="{1C14F990-068E-478B-BB54-000586985123}" srcId="{885442BA-E49F-4B42-8B53-CFA4BDF369FC}" destId="{80C108D1-987E-4272-9851-4BF9F06EA53F}" srcOrd="1" destOrd="0" parTransId="{E3610C9F-473B-4044-B8D2-3B212DAB21CA}" sibTransId="{3A3A3E67-50F0-4D42-92E3-ADE7DD34FE4E}"/>
    <dgm:cxn modelId="{D69994B8-3FFC-47BC-A080-DE87A16E3FCF}" type="presOf" srcId="{74760D7E-20F3-4CB5-A1E9-ACD9780B122A}" destId="{FA1AFC6F-CA2D-4F2D-8DD8-2AC6B6C8E75F}" srcOrd="0" destOrd="0" presId="urn:microsoft.com/office/officeart/2005/8/layout/list1"/>
    <dgm:cxn modelId="{3BB781C4-0082-4238-804E-3167F0830CF2}" type="presOf" srcId="{060FCD96-3B45-450D-9FF7-195ED32F5311}" destId="{38695703-2014-4DD3-B7D7-B71D9E413B17}" srcOrd="1" destOrd="0" presId="urn:microsoft.com/office/officeart/2005/8/layout/list1"/>
    <dgm:cxn modelId="{E74E3FD9-DA4D-4D3D-99A0-4877950740D2}" type="presOf" srcId="{80C108D1-987E-4272-9851-4BF9F06EA53F}" destId="{77A7AD21-CB6B-41B7-B8C5-7F03E33A39B7}" srcOrd="1" destOrd="0" presId="urn:microsoft.com/office/officeart/2005/8/layout/list1"/>
    <dgm:cxn modelId="{4101B3DB-9901-45A1-AF78-36CBB27DC12E}" type="presOf" srcId="{74760D7E-20F3-4CB5-A1E9-ACD9780B122A}" destId="{FF067368-63B1-4C29-A1F2-E3BC1A15BBCB}" srcOrd="1" destOrd="0" presId="urn:microsoft.com/office/officeart/2005/8/layout/list1"/>
    <dgm:cxn modelId="{8ED130F0-91A6-46C8-ADF4-1BA6BC8BC3F6}" type="presOf" srcId="{060FCD96-3B45-450D-9FF7-195ED32F5311}" destId="{1E4A55AF-F0F7-4A46-A189-D8AC0D151B0A}" srcOrd="0" destOrd="0" presId="urn:microsoft.com/office/officeart/2005/8/layout/list1"/>
    <dgm:cxn modelId="{1D35DEB2-99B5-49AC-A21E-13EC654111D7}" type="presParOf" srcId="{8075C29C-3D75-4BE5-AD37-32B9433B6718}" destId="{94B65897-11A5-474E-9479-F061FB76DE12}" srcOrd="0" destOrd="0" presId="urn:microsoft.com/office/officeart/2005/8/layout/list1"/>
    <dgm:cxn modelId="{1CCBE04C-5A9B-4F1E-8DA9-377934D2610A}" type="presParOf" srcId="{94B65897-11A5-474E-9479-F061FB76DE12}" destId="{1E4A55AF-F0F7-4A46-A189-D8AC0D151B0A}" srcOrd="0" destOrd="0" presId="urn:microsoft.com/office/officeart/2005/8/layout/list1"/>
    <dgm:cxn modelId="{ADBB332E-22C7-40D6-9DE6-6C1D73057129}" type="presParOf" srcId="{94B65897-11A5-474E-9479-F061FB76DE12}" destId="{38695703-2014-4DD3-B7D7-B71D9E413B17}" srcOrd="1" destOrd="0" presId="urn:microsoft.com/office/officeart/2005/8/layout/list1"/>
    <dgm:cxn modelId="{4F95A2B6-6744-4B44-A345-0C28D6521A4C}" type="presParOf" srcId="{8075C29C-3D75-4BE5-AD37-32B9433B6718}" destId="{B8A1009E-A44D-45DD-A971-8165B75CDAE2}" srcOrd="1" destOrd="0" presId="urn:microsoft.com/office/officeart/2005/8/layout/list1"/>
    <dgm:cxn modelId="{23AD3490-60F9-48CA-96DB-D2AC917B14E2}" type="presParOf" srcId="{8075C29C-3D75-4BE5-AD37-32B9433B6718}" destId="{C969401C-FA61-47FB-8282-7A827693287D}" srcOrd="2" destOrd="0" presId="urn:microsoft.com/office/officeart/2005/8/layout/list1"/>
    <dgm:cxn modelId="{8F0C2D5C-0377-4249-B37C-82E33A6CD146}" type="presParOf" srcId="{8075C29C-3D75-4BE5-AD37-32B9433B6718}" destId="{EF07BBF9-B0B1-4526-A94C-4EBDB78BCC65}" srcOrd="3" destOrd="0" presId="urn:microsoft.com/office/officeart/2005/8/layout/list1"/>
    <dgm:cxn modelId="{0200BF47-7E41-4FFB-90E5-FC27C6E2386F}" type="presParOf" srcId="{8075C29C-3D75-4BE5-AD37-32B9433B6718}" destId="{CB9F1546-2204-430E-ABFA-66F66B91B01E}" srcOrd="4" destOrd="0" presId="urn:microsoft.com/office/officeart/2005/8/layout/list1"/>
    <dgm:cxn modelId="{5435B15B-F3CA-4573-B62D-B27568AE8994}" type="presParOf" srcId="{CB9F1546-2204-430E-ABFA-66F66B91B01E}" destId="{6FE4E064-23A8-4244-B4DD-F3C50BF3E746}" srcOrd="0" destOrd="0" presId="urn:microsoft.com/office/officeart/2005/8/layout/list1"/>
    <dgm:cxn modelId="{589ED73F-95E2-43E3-B3D0-B8CA614C404A}" type="presParOf" srcId="{CB9F1546-2204-430E-ABFA-66F66B91B01E}" destId="{77A7AD21-CB6B-41B7-B8C5-7F03E33A39B7}" srcOrd="1" destOrd="0" presId="urn:microsoft.com/office/officeart/2005/8/layout/list1"/>
    <dgm:cxn modelId="{15193E63-54A9-42EB-B817-526E11A433EA}" type="presParOf" srcId="{8075C29C-3D75-4BE5-AD37-32B9433B6718}" destId="{296D6C33-7CBB-45C3-9409-DF63B242BEEE}" srcOrd="5" destOrd="0" presId="urn:microsoft.com/office/officeart/2005/8/layout/list1"/>
    <dgm:cxn modelId="{3E76C8E2-9C34-4918-8AEF-1612299579D6}" type="presParOf" srcId="{8075C29C-3D75-4BE5-AD37-32B9433B6718}" destId="{DB0FCE23-D97D-4530-943C-F8C8171EFAC7}" srcOrd="6" destOrd="0" presId="urn:microsoft.com/office/officeart/2005/8/layout/list1"/>
    <dgm:cxn modelId="{C88E66C7-FC68-4B02-A429-809E5AC37C37}" type="presParOf" srcId="{8075C29C-3D75-4BE5-AD37-32B9433B6718}" destId="{CA71E80E-91D8-47D3-AF35-7822B49E3FE1}" srcOrd="7" destOrd="0" presId="urn:microsoft.com/office/officeart/2005/8/layout/list1"/>
    <dgm:cxn modelId="{815317BB-A985-45A8-8959-7EF99659E9FE}" type="presParOf" srcId="{8075C29C-3D75-4BE5-AD37-32B9433B6718}" destId="{06FDB288-5144-453F-A7C7-194997B8847E}" srcOrd="8" destOrd="0" presId="urn:microsoft.com/office/officeart/2005/8/layout/list1"/>
    <dgm:cxn modelId="{452DBD9F-8FB8-43D3-B3AF-9DB5E5B0C680}" type="presParOf" srcId="{06FDB288-5144-453F-A7C7-194997B8847E}" destId="{FA1AFC6F-CA2D-4F2D-8DD8-2AC6B6C8E75F}" srcOrd="0" destOrd="0" presId="urn:microsoft.com/office/officeart/2005/8/layout/list1"/>
    <dgm:cxn modelId="{122535C4-A3CF-4622-B057-954BC4227C1B}" type="presParOf" srcId="{06FDB288-5144-453F-A7C7-194997B8847E}" destId="{FF067368-63B1-4C29-A1F2-E3BC1A15BBCB}" srcOrd="1" destOrd="0" presId="urn:microsoft.com/office/officeart/2005/8/layout/list1"/>
    <dgm:cxn modelId="{DA009676-7431-41A1-A179-1231D0480301}" type="presParOf" srcId="{8075C29C-3D75-4BE5-AD37-32B9433B6718}" destId="{EC26BE5A-448F-4344-B0C1-2E247FC3B0F0}" srcOrd="9" destOrd="0" presId="urn:microsoft.com/office/officeart/2005/8/layout/list1"/>
    <dgm:cxn modelId="{A9524EFD-4EF9-45F0-9F33-DA5D28F937E8}" type="presParOf" srcId="{8075C29C-3D75-4BE5-AD37-32B9433B6718}" destId="{4E65597D-FF5B-4CB5-83E5-41F085B052FD}" srcOrd="10" destOrd="0" presId="urn:microsoft.com/office/officeart/2005/8/layout/list1"/>
    <dgm:cxn modelId="{ECA4149F-46BD-4274-BC9E-C1D3EEA09CE4}" type="presParOf" srcId="{8075C29C-3D75-4BE5-AD37-32B9433B6718}" destId="{0547004E-4C05-453E-8A7C-C6FB4DD88864}" srcOrd="11" destOrd="0" presId="urn:microsoft.com/office/officeart/2005/8/layout/list1"/>
    <dgm:cxn modelId="{FC8F6D57-27A4-4BA8-AE4F-80CC6A22676B}" type="presParOf" srcId="{8075C29C-3D75-4BE5-AD37-32B9433B6718}" destId="{F0E7AD85-7FB5-4477-8316-C7C555348229}" srcOrd="12" destOrd="0" presId="urn:microsoft.com/office/officeart/2005/8/layout/list1"/>
    <dgm:cxn modelId="{C3B41840-CAE2-4F5D-A5A1-B91CC68C0D33}" type="presParOf" srcId="{F0E7AD85-7FB5-4477-8316-C7C555348229}" destId="{4D0D12A7-DC3E-4E44-89FC-7B61D964E2E0}" srcOrd="0" destOrd="0" presId="urn:microsoft.com/office/officeart/2005/8/layout/list1"/>
    <dgm:cxn modelId="{7A25F133-4D10-496E-BF7B-02CA89D3B74A}" type="presParOf" srcId="{F0E7AD85-7FB5-4477-8316-C7C555348229}" destId="{9539DEE4-4F43-4253-9207-F776BEEBFAF7}" srcOrd="1" destOrd="0" presId="urn:microsoft.com/office/officeart/2005/8/layout/list1"/>
    <dgm:cxn modelId="{649F8AEF-7AEA-4294-A62F-51A589CBF09E}" type="presParOf" srcId="{8075C29C-3D75-4BE5-AD37-32B9433B6718}" destId="{28382D94-5AE2-4165-A30F-7B384273DE5F}" srcOrd="13" destOrd="0" presId="urn:microsoft.com/office/officeart/2005/8/layout/list1"/>
    <dgm:cxn modelId="{855F5A6C-49E1-4252-BB8F-8733AB9F81F7}" type="presParOf" srcId="{8075C29C-3D75-4BE5-AD37-32B9433B6718}" destId="{D7C3EFBD-2854-4169-AEB7-D877A95F3CE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AB1C88-329F-4229-8443-D6C7F28209A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303B8E-6C70-4341-985F-94DEC0424F28}">
      <dgm:prSet/>
      <dgm:spPr/>
      <dgm:t>
        <a:bodyPr/>
        <a:lstStyle/>
        <a:p>
          <a:r>
            <a:rPr lang="en-US"/>
            <a:t>• Streamlit dashboard built</a:t>
          </a:r>
        </a:p>
      </dgm:t>
    </dgm:pt>
    <dgm:pt modelId="{4024F6B9-A396-4495-A8C3-F7F2B2973A4C}" type="parTrans" cxnId="{0C9353AD-2754-47D5-B912-15F713D18696}">
      <dgm:prSet/>
      <dgm:spPr/>
      <dgm:t>
        <a:bodyPr/>
        <a:lstStyle/>
        <a:p>
          <a:endParaRPr lang="en-US"/>
        </a:p>
      </dgm:t>
    </dgm:pt>
    <dgm:pt modelId="{53912D8F-7A2E-4067-B186-8EA679F02EAC}" type="sibTrans" cxnId="{0C9353AD-2754-47D5-B912-15F713D18696}">
      <dgm:prSet/>
      <dgm:spPr/>
      <dgm:t>
        <a:bodyPr/>
        <a:lstStyle/>
        <a:p>
          <a:endParaRPr lang="en-US"/>
        </a:p>
      </dgm:t>
    </dgm:pt>
    <dgm:pt modelId="{08E38BBE-046D-4BD8-ADA1-13D2D41773ED}">
      <dgm:prSet/>
      <dgm:spPr/>
      <dgm:t>
        <a:bodyPr/>
        <a:lstStyle/>
        <a:p>
          <a:r>
            <a:rPr lang="en-US"/>
            <a:t>• KPIs, charts, analytics integrated</a:t>
          </a:r>
        </a:p>
      </dgm:t>
    </dgm:pt>
    <dgm:pt modelId="{3DE6678F-0CF2-4012-8F1B-E2AE9518C9FE}" type="parTrans" cxnId="{9E30A140-4D91-4973-9246-E2A59BDC60A7}">
      <dgm:prSet/>
      <dgm:spPr/>
      <dgm:t>
        <a:bodyPr/>
        <a:lstStyle/>
        <a:p>
          <a:endParaRPr lang="en-US"/>
        </a:p>
      </dgm:t>
    </dgm:pt>
    <dgm:pt modelId="{F31A064F-9AC2-45A6-A3BB-D3E96A9FD2B3}" type="sibTrans" cxnId="{9E30A140-4D91-4973-9246-E2A59BDC60A7}">
      <dgm:prSet/>
      <dgm:spPr/>
      <dgm:t>
        <a:bodyPr/>
        <a:lstStyle/>
        <a:p>
          <a:endParaRPr lang="en-US"/>
        </a:p>
      </dgm:t>
    </dgm:pt>
    <dgm:pt modelId="{7B317168-95B2-48CB-8100-8B1FADC4F28D}">
      <dgm:prSet/>
      <dgm:spPr/>
      <dgm:t>
        <a:bodyPr/>
        <a:lstStyle/>
        <a:p>
          <a:r>
            <a:rPr lang="en-US"/>
            <a:t>• GitHub PR workflow maintained</a:t>
          </a:r>
        </a:p>
      </dgm:t>
    </dgm:pt>
    <dgm:pt modelId="{943DB1A3-37B8-447E-B800-699A47A363F1}" type="parTrans" cxnId="{57DE1041-92C7-49F3-88C3-625E5BB9F63D}">
      <dgm:prSet/>
      <dgm:spPr/>
      <dgm:t>
        <a:bodyPr/>
        <a:lstStyle/>
        <a:p>
          <a:endParaRPr lang="en-US"/>
        </a:p>
      </dgm:t>
    </dgm:pt>
    <dgm:pt modelId="{87D57740-CBE7-48CC-88F1-955DA35670E9}" type="sibTrans" cxnId="{57DE1041-92C7-49F3-88C3-625E5BB9F63D}">
      <dgm:prSet/>
      <dgm:spPr/>
      <dgm:t>
        <a:bodyPr/>
        <a:lstStyle/>
        <a:p>
          <a:endParaRPr lang="en-US"/>
        </a:p>
      </dgm:t>
    </dgm:pt>
    <dgm:pt modelId="{E2E047E0-83C9-48ED-95FA-1FFF00CA104D}">
      <dgm:prSet/>
      <dgm:spPr/>
      <dgm:t>
        <a:bodyPr/>
        <a:lstStyle/>
        <a:p>
          <a:r>
            <a:rPr lang="en-US"/>
            <a:t>• Repo cleaned after CSV issue</a:t>
          </a:r>
        </a:p>
      </dgm:t>
    </dgm:pt>
    <dgm:pt modelId="{624DBB8A-17AF-4F79-B2C0-32A6622753BD}" type="parTrans" cxnId="{3A04DC44-93F3-42C3-923A-D0E3420CCA7F}">
      <dgm:prSet/>
      <dgm:spPr/>
      <dgm:t>
        <a:bodyPr/>
        <a:lstStyle/>
        <a:p>
          <a:endParaRPr lang="en-US"/>
        </a:p>
      </dgm:t>
    </dgm:pt>
    <dgm:pt modelId="{F9B339CF-BD96-4D40-B685-B0EF6D710E09}" type="sibTrans" cxnId="{3A04DC44-93F3-42C3-923A-D0E3420CCA7F}">
      <dgm:prSet/>
      <dgm:spPr/>
      <dgm:t>
        <a:bodyPr/>
        <a:lstStyle/>
        <a:p>
          <a:endParaRPr lang="en-US"/>
        </a:p>
      </dgm:t>
    </dgm:pt>
    <dgm:pt modelId="{286323FE-5A91-41B5-87D9-AB0CA03306EB}" type="pres">
      <dgm:prSet presAssocID="{09AB1C88-329F-4229-8443-D6C7F28209A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8BA1BE-0BA1-4A4D-8D47-1B463D5931EE}" type="pres">
      <dgm:prSet presAssocID="{21303B8E-6C70-4341-985F-94DEC0424F28}" presName="hierRoot1" presStyleCnt="0"/>
      <dgm:spPr/>
    </dgm:pt>
    <dgm:pt modelId="{A9716C0C-4158-439A-9B53-B4000784FD1C}" type="pres">
      <dgm:prSet presAssocID="{21303B8E-6C70-4341-985F-94DEC0424F28}" presName="composite" presStyleCnt="0"/>
      <dgm:spPr/>
    </dgm:pt>
    <dgm:pt modelId="{BD77CAD0-C74E-4EA4-9124-1FE0E4219BF2}" type="pres">
      <dgm:prSet presAssocID="{21303B8E-6C70-4341-985F-94DEC0424F28}" presName="background" presStyleLbl="node0" presStyleIdx="0" presStyleCnt="4"/>
      <dgm:spPr/>
    </dgm:pt>
    <dgm:pt modelId="{96FC1CBB-8AC3-4ED9-A8F3-5A205528B923}" type="pres">
      <dgm:prSet presAssocID="{21303B8E-6C70-4341-985F-94DEC0424F28}" presName="text" presStyleLbl="fgAcc0" presStyleIdx="0" presStyleCnt="4">
        <dgm:presLayoutVars>
          <dgm:chPref val="3"/>
        </dgm:presLayoutVars>
      </dgm:prSet>
      <dgm:spPr/>
    </dgm:pt>
    <dgm:pt modelId="{2D94DF68-42A7-4991-ADAE-DF6B21C5D37C}" type="pres">
      <dgm:prSet presAssocID="{21303B8E-6C70-4341-985F-94DEC0424F28}" presName="hierChild2" presStyleCnt="0"/>
      <dgm:spPr/>
    </dgm:pt>
    <dgm:pt modelId="{869C120D-382C-424C-BAD5-07EFA2AC6B01}" type="pres">
      <dgm:prSet presAssocID="{08E38BBE-046D-4BD8-ADA1-13D2D41773ED}" presName="hierRoot1" presStyleCnt="0"/>
      <dgm:spPr/>
    </dgm:pt>
    <dgm:pt modelId="{9D749718-E8EF-45A8-A953-0E2627E5C64E}" type="pres">
      <dgm:prSet presAssocID="{08E38BBE-046D-4BD8-ADA1-13D2D41773ED}" presName="composite" presStyleCnt="0"/>
      <dgm:spPr/>
    </dgm:pt>
    <dgm:pt modelId="{8938E3F1-33BF-4BC7-A4E1-67C2BE9F9315}" type="pres">
      <dgm:prSet presAssocID="{08E38BBE-046D-4BD8-ADA1-13D2D41773ED}" presName="background" presStyleLbl="node0" presStyleIdx="1" presStyleCnt="4"/>
      <dgm:spPr/>
    </dgm:pt>
    <dgm:pt modelId="{DC6D51E4-5062-4FB1-A6C9-75E996F610E6}" type="pres">
      <dgm:prSet presAssocID="{08E38BBE-046D-4BD8-ADA1-13D2D41773ED}" presName="text" presStyleLbl="fgAcc0" presStyleIdx="1" presStyleCnt="4">
        <dgm:presLayoutVars>
          <dgm:chPref val="3"/>
        </dgm:presLayoutVars>
      </dgm:prSet>
      <dgm:spPr/>
    </dgm:pt>
    <dgm:pt modelId="{E8CD01CC-9AA1-4DC9-BA28-7C64346149BF}" type="pres">
      <dgm:prSet presAssocID="{08E38BBE-046D-4BD8-ADA1-13D2D41773ED}" presName="hierChild2" presStyleCnt="0"/>
      <dgm:spPr/>
    </dgm:pt>
    <dgm:pt modelId="{EE3405DE-FA93-4A06-8B3A-949A4164D7EC}" type="pres">
      <dgm:prSet presAssocID="{7B317168-95B2-48CB-8100-8B1FADC4F28D}" presName="hierRoot1" presStyleCnt="0"/>
      <dgm:spPr/>
    </dgm:pt>
    <dgm:pt modelId="{B5586C87-15BD-4E09-B95E-D71410EB9494}" type="pres">
      <dgm:prSet presAssocID="{7B317168-95B2-48CB-8100-8B1FADC4F28D}" presName="composite" presStyleCnt="0"/>
      <dgm:spPr/>
    </dgm:pt>
    <dgm:pt modelId="{A95E964C-863D-49C8-885E-DDE52A17129C}" type="pres">
      <dgm:prSet presAssocID="{7B317168-95B2-48CB-8100-8B1FADC4F28D}" presName="background" presStyleLbl="node0" presStyleIdx="2" presStyleCnt="4"/>
      <dgm:spPr/>
    </dgm:pt>
    <dgm:pt modelId="{74C52F6A-AE54-4E54-B9B7-B8B4ECDD515F}" type="pres">
      <dgm:prSet presAssocID="{7B317168-95B2-48CB-8100-8B1FADC4F28D}" presName="text" presStyleLbl="fgAcc0" presStyleIdx="2" presStyleCnt="4">
        <dgm:presLayoutVars>
          <dgm:chPref val="3"/>
        </dgm:presLayoutVars>
      </dgm:prSet>
      <dgm:spPr/>
    </dgm:pt>
    <dgm:pt modelId="{2373EFAD-F7FA-4EEE-A669-DAE1AD30BFFE}" type="pres">
      <dgm:prSet presAssocID="{7B317168-95B2-48CB-8100-8B1FADC4F28D}" presName="hierChild2" presStyleCnt="0"/>
      <dgm:spPr/>
    </dgm:pt>
    <dgm:pt modelId="{B0A9FD9F-A842-4F19-834E-4ECA3EE22BC3}" type="pres">
      <dgm:prSet presAssocID="{E2E047E0-83C9-48ED-95FA-1FFF00CA104D}" presName="hierRoot1" presStyleCnt="0"/>
      <dgm:spPr/>
    </dgm:pt>
    <dgm:pt modelId="{514A92F3-30A7-4631-9026-F500CC604C98}" type="pres">
      <dgm:prSet presAssocID="{E2E047E0-83C9-48ED-95FA-1FFF00CA104D}" presName="composite" presStyleCnt="0"/>
      <dgm:spPr/>
    </dgm:pt>
    <dgm:pt modelId="{BCB634B7-9272-4FB4-B829-1ECEEC74231D}" type="pres">
      <dgm:prSet presAssocID="{E2E047E0-83C9-48ED-95FA-1FFF00CA104D}" presName="background" presStyleLbl="node0" presStyleIdx="3" presStyleCnt="4"/>
      <dgm:spPr/>
    </dgm:pt>
    <dgm:pt modelId="{FA395827-520D-4D94-8C0C-2E26F7B8DA78}" type="pres">
      <dgm:prSet presAssocID="{E2E047E0-83C9-48ED-95FA-1FFF00CA104D}" presName="text" presStyleLbl="fgAcc0" presStyleIdx="3" presStyleCnt="4">
        <dgm:presLayoutVars>
          <dgm:chPref val="3"/>
        </dgm:presLayoutVars>
      </dgm:prSet>
      <dgm:spPr/>
    </dgm:pt>
    <dgm:pt modelId="{7D637947-8628-4C1C-98D6-14F4C7FEC4A7}" type="pres">
      <dgm:prSet presAssocID="{E2E047E0-83C9-48ED-95FA-1FFF00CA104D}" presName="hierChild2" presStyleCnt="0"/>
      <dgm:spPr/>
    </dgm:pt>
  </dgm:ptLst>
  <dgm:cxnLst>
    <dgm:cxn modelId="{EF5C0505-D971-4743-9E31-2027237FAC57}" type="presOf" srcId="{08E38BBE-046D-4BD8-ADA1-13D2D41773ED}" destId="{DC6D51E4-5062-4FB1-A6C9-75E996F610E6}" srcOrd="0" destOrd="0" presId="urn:microsoft.com/office/officeart/2005/8/layout/hierarchy1"/>
    <dgm:cxn modelId="{9E30A140-4D91-4973-9246-E2A59BDC60A7}" srcId="{09AB1C88-329F-4229-8443-D6C7F28209AD}" destId="{08E38BBE-046D-4BD8-ADA1-13D2D41773ED}" srcOrd="1" destOrd="0" parTransId="{3DE6678F-0CF2-4012-8F1B-E2AE9518C9FE}" sibTransId="{F31A064F-9AC2-45A6-A3BB-D3E96A9FD2B3}"/>
    <dgm:cxn modelId="{57DE1041-92C7-49F3-88C3-625E5BB9F63D}" srcId="{09AB1C88-329F-4229-8443-D6C7F28209AD}" destId="{7B317168-95B2-48CB-8100-8B1FADC4F28D}" srcOrd="2" destOrd="0" parTransId="{943DB1A3-37B8-447E-B800-699A47A363F1}" sibTransId="{87D57740-CBE7-48CC-88F1-955DA35670E9}"/>
    <dgm:cxn modelId="{3A04DC44-93F3-42C3-923A-D0E3420CCA7F}" srcId="{09AB1C88-329F-4229-8443-D6C7F28209AD}" destId="{E2E047E0-83C9-48ED-95FA-1FFF00CA104D}" srcOrd="3" destOrd="0" parTransId="{624DBB8A-17AF-4F79-B2C0-32A6622753BD}" sibTransId="{F9B339CF-BD96-4D40-B685-B0EF6D710E09}"/>
    <dgm:cxn modelId="{5CF2526C-8F6F-4ED2-82EB-40FB2C8E938B}" type="presOf" srcId="{E2E047E0-83C9-48ED-95FA-1FFF00CA104D}" destId="{FA395827-520D-4D94-8C0C-2E26F7B8DA78}" srcOrd="0" destOrd="0" presId="urn:microsoft.com/office/officeart/2005/8/layout/hierarchy1"/>
    <dgm:cxn modelId="{9089A596-AEF5-49D0-9102-0D7F1594BEC8}" type="presOf" srcId="{7B317168-95B2-48CB-8100-8B1FADC4F28D}" destId="{74C52F6A-AE54-4E54-B9B7-B8B4ECDD515F}" srcOrd="0" destOrd="0" presId="urn:microsoft.com/office/officeart/2005/8/layout/hierarchy1"/>
    <dgm:cxn modelId="{AE26B1A4-0889-462C-A7AB-BA65B647D272}" type="presOf" srcId="{21303B8E-6C70-4341-985F-94DEC0424F28}" destId="{96FC1CBB-8AC3-4ED9-A8F3-5A205528B923}" srcOrd="0" destOrd="0" presId="urn:microsoft.com/office/officeart/2005/8/layout/hierarchy1"/>
    <dgm:cxn modelId="{0C9353AD-2754-47D5-B912-15F713D18696}" srcId="{09AB1C88-329F-4229-8443-D6C7F28209AD}" destId="{21303B8E-6C70-4341-985F-94DEC0424F28}" srcOrd="0" destOrd="0" parTransId="{4024F6B9-A396-4495-A8C3-F7F2B2973A4C}" sibTransId="{53912D8F-7A2E-4067-B186-8EA679F02EAC}"/>
    <dgm:cxn modelId="{63ABFFC3-588E-4482-96FF-A0471EA53E79}" type="presOf" srcId="{09AB1C88-329F-4229-8443-D6C7F28209AD}" destId="{286323FE-5A91-41B5-87D9-AB0CA03306EB}" srcOrd="0" destOrd="0" presId="urn:microsoft.com/office/officeart/2005/8/layout/hierarchy1"/>
    <dgm:cxn modelId="{5E972D18-BF12-4A76-80E2-B1A02E683C3B}" type="presParOf" srcId="{286323FE-5A91-41B5-87D9-AB0CA03306EB}" destId="{3C8BA1BE-0BA1-4A4D-8D47-1B463D5931EE}" srcOrd="0" destOrd="0" presId="urn:microsoft.com/office/officeart/2005/8/layout/hierarchy1"/>
    <dgm:cxn modelId="{5B8A9680-AB72-47A2-A9CA-352D1F92BB28}" type="presParOf" srcId="{3C8BA1BE-0BA1-4A4D-8D47-1B463D5931EE}" destId="{A9716C0C-4158-439A-9B53-B4000784FD1C}" srcOrd="0" destOrd="0" presId="urn:microsoft.com/office/officeart/2005/8/layout/hierarchy1"/>
    <dgm:cxn modelId="{92BD4AAF-A29A-4F36-9DC7-8CCAE3CB50F0}" type="presParOf" srcId="{A9716C0C-4158-439A-9B53-B4000784FD1C}" destId="{BD77CAD0-C74E-4EA4-9124-1FE0E4219BF2}" srcOrd="0" destOrd="0" presId="urn:microsoft.com/office/officeart/2005/8/layout/hierarchy1"/>
    <dgm:cxn modelId="{D8713885-24B5-45C0-9461-E14CD58F5254}" type="presParOf" srcId="{A9716C0C-4158-439A-9B53-B4000784FD1C}" destId="{96FC1CBB-8AC3-4ED9-A8F3-5A205528B923}" srcOrd="1" destOrd="0" presId="urn:microsoft.com/office/officeart/2005/8/layout/hierarchy1"/>
    <dgm:cxn modelId="{52735313-6C99-4570-BC7C-2B273434DA7F}" type="presParOf" srcId="{3C8BA1BE-0BA1-4A4D-8D47-1B463D5931EE}" destId="{2D94DF68-42A7-4991-ADAE-DF6B21C5D37C}" srcOrd="1" destOrd="0" presId="urn:microsoft.com/office/officeart/2005/8/layout/hierarchy1"/>
    <dgm:cxn modelId="{6517582A-959F-4529-8071-7E797ECDED3B}" type="presParOf" srcId="{286323FE-5A91-41B5-87D9-AB0CA03306EB}" destId="{869C120D-382C-424C-BAD5-07EFA2AC6B01}" srcOrd="1" destOrd="0" presId="urn:microsoft.com/office/officeart/2005/8/layout/hierarchy1"/>
    <dgm:cxn modelId="{74E256D5-532D-432D-9F8C-CDFA8146E86A}" type="presParOf" srcId="{869C120D-382C-424C-BAD5-07EFA2AC6B01}" destId="{9D749718-E8EF-45A8-A953-0E2627E5C64E}" srcOrd="0" destOrd="0" presId="urn:microsoft.com/office/officeart/2005/8/layout/hierarchy1"/>
    <dgm:cxn modelId="{CCC965EE-AE2E-4728-83EE-92F54B5A35CA}" type="presParOf" srcId="{9D749718-E8EF-45A8-A953-0E2627E5C64E}" destId="{8938E3F1-33BF-4BC7-A4E1-67C2BE9F9315}" srcOrd="0" destOrd="0" presId="urn:microsoft.com/office/officeart/2005/8/layout/hierarchy1"/>
    <dgm:cxn modelId="{1954CB5B-0274-466A-ACE3-DD4484617795}" type="presParOf" srcId="{9D749718-E8EF-45A8-A953-0E2627E5C64E}" destId="{DC6D51E4-5062-4FB1-A6C9-75E996F610E6}" srcOrd="1" destOrd="0" presId="urn:microsoft.com/office/officeart/2005/8/layout/hierarchy1"/>
    <dgm:cxn modelId="{F9F8714F-6B33-486F-95B2-D8CDCD0ADFF1}" type="presParOf" srcId="{869C120D-382C-424C-BAD5-07EFA2AC6B01}" destId="{E8CD01CC-9AA1-4DC9-BA28-7C64346149BF}" srcOrd="1" destOrd="0" presId="urn:microsoft.com/office/officeart/2005/8/layout/hierarchy1"/>
    <dgm:cxn modelId="{726DCF6C-BC2F-42CF-9FA8-B18A761D3CDF}" type="presParOf" srcId="{286323FE-5A91-41B5-87D9-AB0CA03306EB}" destId="{EE3405DE-FA93-4A06-8B3A-949A4164D7EC}" srcOrd="2" destOrd="0" presId="urn:microsoft.com/office/officeart/2005/8/layout/hierarchy1"/>
    <dgm:cxn modelId="{CC1230D3-5237-4B3A-8163-0158E64075AA}" type="presParOf" srcId="{EE3405DE-FA93-4A06-8B3A-949A4164D7EC}" destId="{B5586C87-15BD-4E09-B95E-D71410EB9494}" srcOrd="0" destOrd="0" presId="urn:microsoft.com/office/officeart/2005/8/layout/hierarchy1"/>
    <dgm:cxn modelId="{F0255591-704C-4661-AC03-6E092B841D45}" type="presParOf" srcId="{B5586C87-15BD-4E09-B95E-D71410EB9494}" destId="{A95E964C-863D-49C8-885E-DDE52A17129C}" srcOrd="0" destOrd="0" presId="urn:microsoft.com/office/officeart/2005/8/layout/hierarchy1"/>
    <dgm:cxn modelId="{EE446255-FFCC-4911-B561-5E2284B0A3D1}" type="presParOf" srcId="{B5586C87-15BD-4E09-B95E-D71410EB9494}" destId="{74C52F6A-AE54-4E54-B9B7-B8B4ECDD515F}" srcOrd="1" destOrd="0" presId="urn:microsoft.com/office/officeart/2005/8/layout/hierarchy1"/>
    <dgm:cxn modelId="{8618150E-0FD8-49C7-AD9D-EC3B14014DC8}" type="presParOf" srcId="{EE3405DE-FA93-4A06-8B3A-949A4164D7EC}" destId="{2373EFAD-F7FA-4EEE-A669-DAE1AD30BFFE}" srcOrd="1" destOrd="0" presId="urn:microsoft.com/office/officeart/2005/8/layout/hierarchy1"/>
    <dgm:cxn modelId="{12F5D3B8-D958-404A-8BA8-BDAE042C710D}" type="presParOf" srcId="{286323FE-5A91-41B5-87D9-AB0CA03306EB}" destId="{B0A9FD9F-A842-4F19-834E-4ECA3EE22BC3}" srcOrd="3" destOrd="0" presId="urn:microsoft.com/office/officeart/2005/8/layout/hierarchy1"/>
    <dgm:cxn modelId="{0E471D90-EA14-4CFE-A3B6-E725255B0E7A}" type="presParOf" srcId="{B0A9FD9F-A842-4F19-834E-4ECA3EE22BC3}" destId="{514A92F3-30A7-4631-9026-F500CC604C98}" srcOrd="0" destOrd="0" presId="urn:microsoft.com/office/officeart/2005/8/layout/hierarchy1"/>
    <dgm:cxn modelId="{8BCA48B0-68AC-49CC-A578-71C32008E46B}" type="presParOf" srcId="{514A92F3-30A7-4631-9026-F500CC604C98}" destId="{BCB634B7-9272-4FB4-B829-1ECEEC74231D}" srcOrd="0" destOrd="0" presId="urn:microsoft.com/office/officeart/2005/8/layout/hierarchy1"/>
    <dgm:cxn modelId="{B633D581-0D43-42F8-98A7-B6B31E70B54E}" type="presParOf" srcId="{514A92F3-30A7-4631-9026-F500CC604C98}" destId="{FA395827-520D-4D94-8C0C-2E26F7B8DA78}" srcOrd="1" destOrd="0" presId="urn:microsoft.com/office/officeart/2005/8/layout/hierarchy1"/>
    <dgm:cxn modelId="{89E27632-480B-4CC8-B2D1-CB19812E909A}" type="presParOf" srcId="{B0A9FD9F-A842-4F19-834E-4ECA3EE22BC3}" destId="{7D637947-8628-4C1C-98D6-14F4C7FEC4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AE9DBB-2581-4204-9BED-F06A612F45E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5BAB055-0DC3-4506-AD13-CB96FA9B9BB2}">
      <dgm:prSet/>
      <dgm:spPr/>
      <dgm:t>
        <a:bodyPr/>
        <a:lstStyle/>
        <a:p>
          <a:pPr>
            <a:defRPr cap="all"/>
          </a:pPr>
          <a:r>
            <a:rPr lang="en-US"/>
            <a:t>Evening usage is highest</a:t>
          </a:r>
        </a:p>
      </dgm:t>
    </dgm:pt>
    <dgm:pt modelId="{00411FFB-CCD1-4A7C-8641-E7EB5AFD1C01}" type="parTrans" cxnId="{8A146389-9CC9-4402-9EAB-4CB102417B03}">
      <dgm:prSet/>
      <dgm:spPr/>
      <dgm:t>
        <a:bodyPr/>
        <a:lstStyle/>
        <a:p>
          <a:endParaRPr lang="en-US"/>
        </a:p>
      </dgm:t>
    </dgm:pt>
    <dgm:pt modelId="{21E24FF5-FF07-4333-A0A7-690035AD2AAC}" type="sibTrans" cxnId="{8A146389-9CC9-4402-9EAB-4CB102417B03}">
      <dgm:prSet/>
      <dgm:spPr/>
      <dgm:t>
        <a:bodyPr/>
        <a:lstStyle/>
        <a:p>
          <a:endParaRPr lang="en-US"/>
        </a:p>
      </dgm:t>
    </dgm:pt>
    <dgm:pt modelId="{1DA6FCDE-59E6-4E47-874C-7E7229117597}">
      <dgm:prSet/>
      <dgm:spPr/>
      <dgm:t>
        <a:bodyPr/>
        <a:lstStyle/>
        <a:p>
          <a:pPr>
            <a:defRPr cap="all"/>
          </a:pPr>
          <a:r>
            <a:rPr lang="en-US"/>
            <a:t>Certain stations are busiest</a:t>
          </a:r>
        </a:p>
      </dgm:t>
    </dgm:pt>
    <dgm:pt modelId="{E3EB82C1-1A62-4F14-9409-3BD2FDA00384}" type="parTrans" cxnId="{C107AC29-1712-4F83-86A3-AB083866CAA7}">
      <dgm:prSet/>
      <dgm:spPr/>
      <dgm:t>
        <a:bodyPr/>
        <a:lstStyle/>
        <a:p>
          <a:endParaRPr lang="en-US"/>
        </a:p>
      </dgm:t>
    </dgm:pt>
    <dgm:pt modelId="{3E3ABF77-94EF-4547-9C78-B834C00901D4}" type="sibTrans" cxnId="{C107AC29-1712-4F83-86A3-AB083866CAA7}">
      <dgm:prSet/>
      <dgm:spPr/>
      <dgm:t>
        <a:bodyPr/>
        <a:lstStyle/>
        <a:p>
          <a:endParaRPr lang="en-US"/>
        </a:p>
      </dgm:t>
    </dgm:pt>
    <dgm:pt modelId="{B13717A0-C635-4C93-83BE-9DF619E3B825}">
      <dgm:prSet/>
      <dgm:spPr/>
      <dgm:t>
        <a:bodyPr/>
        <a:lstStyle/>
        <a:p>
          <a:pPr>
            <a:defRPr cap="all"/>
          </a:pPr>
          <a:r>
            <a:rPr lang="en-US"/>
            <a:t>Average ride duration moderate</a:t>
          </a:r>
        </a:p>
      </dgm:t>
    </dgm:pt>
    <dgm:pt modelId="{6C86E97D-6981-46F3-80DF-387D6C11E71E}" type="parTrans" cxnId="{2F6E2368-86ED-4A5E-9FCC-A1BC546F8A9A}">
      <dgm:prSet/>
      <dgm:spPr/>
      <dgm:t>
        <a:bodyPr/>
        <a:lstStyle/>
        <a:p>
          <a:endParaRPr lang="en-US"/>
        </a:p>
      </dgm:t>
    </dgm:pt>
    <dgm:pt modelId="{80344839-27FE-4EB0-A479-1780CD06E304}" type="sibTrans" cxnId="{2F6E2368-86ED-4A5E-9FCC-A1BC546F8A9A}">
      <dgm:prSet/>
      <dgm:spPr/>
      <dgm:t>
        <a:bodyPr/>
        <a:lstStyle/>
        <a:p>
          <a:endParaRPr lang="en-US"/>
        </a:p>
      </dgm:t>
    </dgm:pt>
    <dgm:pt modelId="{FEBBB9B8-41A0-4D86-B27C-47DFF578DCEF}">
      <dgm:prSet/>
      <dgm:spPr/>
      <dgm:t>
        <a:bodyPr/>
        <a:lstStyle/>
        <a:p>
          <a:pPr>
            <a:defRPr cap="all"/>
          </a:pPr>
          <a:r>
            <a:rPr lang="en-US"/>
            <a:t>Useful for city mobility decisions</a:t>
          </a:r>
        </a:p>
      </dgm:t>
    </dgm:pt>
    <dgm:pt modelId="{89C1FB36-35A8-41BB-BFA8-2C5D9939858A}" type="parTrans" cxnId="{ABA19D56-63DD-4780-965B-FC89CEC45E31}">
      <dgm:prSet/>
      <dgm:spPr/>
      <dgm:t>
        <a:bodyPr/>
        <a:lstStyle/>
        <a:p>
          <a:endParaRPr lang="en-US"/>
        </a:p>
      </dgm:t>
    </dgm:pt>
    <dgm:pt modelId="{41E6FEC8-CB9E-42D6-99DA-1652D8142C80}" type="sibTrans" cxnId="{ABA19D56-63DD-4780-965B-FC89CEC45E31}">
      <dgm:prSet/>
      <dgm:spPr/>
      <dgm:t>
        <a:bodyPr/>
        <a:lstStyle/>
        <a:p>
          <a:endParaRPr lang="en-US"/>
        </a:p>
      </dgm:t>
    </dgm:pt>
    <dgm:pt modelId="{8C277FA0-63AB-4D42-828E-FD6AE836642E}" type="pres">
      <dgm:prSet presAssocID="{33AE9DBB-2581-4204-9BED-F06A612F45E9}" presName="root" presStyleCnt="0">
        <dgm:presLayoutVars>
          <dgm:dir/>
          <dgm:resizeHandles val="exact"/>
        </dgm:presLayoutVars>
      </dgm:prSet>
      <dgm:spPr/>
    </dgm:pt>
    <dgm:pt modelId="{4B595E30-6653-45E8-8F23-28F0E514DFBC}" type="pres">
      <dgm:prSet presAssocID="{65BAB055-0DC3-4506-AD13-CB96FA9B9BB2}" presName="compNode" presStyleCnt="0"/>
      <dgm:spPr/>
    </dgm:pt>
    <dgm:pt modelId="{EB19782A-97C4-488C-A93D-199907006201}" type="pres">
      <dgm:prSet presAssocID="{65BAB055-0DC3-4506-AD13-CB96FA9B9BB2}" presName="iconBgRect" presStyleLbl="bgShp" presStyleIdx="0" presStyleCnt="4"/>
      <dgm:spPr/>
    </dgm:pt>
    <dgm:pt modelId="{7A530CB3-4FCD-4B01-84B0-E6C7BD924AD0}" type="pres">
      <dgm:prSet presAssocID="{65BAB055-0DC3-4506-AD13-CB96FA9B9B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323A602-8A8F-4291-AD91-AE3D115CF25A}" type="pres">
      <dgm:prSet presAssocID="{65BAB055-0DC3-4506-AD13-CB96FA9B9BB2}" presName="spaceRect" presStyleCnt="0"/>
      <dgm:spPr/>
    </dgm:pt>
    <dgm:pt modelId="{96371F75-65AA-4B0B-BC06-AD1DC63BB0C2}" type="pres">
      <dgm:prSet presAssocID="{65BAB055-0DC3-4506-AD13-CB96FA9B9BB2}" presName="textRect" presStyleLbl="revTx" presStyleIdx="0" presStyleCnt="4">
        <dgm:presLayoutVars>
          <dgm:chMax val="1"/>
          <dgm:chPref val="1"/>
        </dgm:presLayoutVars>
      </dgm:prSet>
      <dgm:spPr/>
    </dgm:pt>
    <dgm:pt modelId="{37AC872E-730F-4D59-BAE1-F4764EC83C42}" type="pres">
      <dgm:prSet presAssocID="{21E24FF5-FF07-4333-A0A7-690035AD2AAC}" presName="sibTrans" presStyleCnt="0"/>
      <dgm:spPr/>
    </dgm:pt>
    <dgm:pt modelId="{CAFFC0CC-E2C2-4228-A11D-DF36915BB57D}" type="pres">
      <dgm:prSet presAssocID="{1DA6FCDE-59E6-4E47-874C-7E7229117597}" presName="compNode" presStyleCnt="0"/>
      <dgm:spPr/>
    </dgm:pt>
    <dgm:pt modelId="{AA6B919B-8DEC-4B35-80E7-E9ED911202EC}" type="pres">
      <dgm:prSet presAssocID="{1DA6FCDE-59E6-4E47-874C-7E7229117597}" presName="iconBgRect" presStyleLbl="bgShp" presStyleIdx="1" presStyleCnt="4"/>
      <dgm:spPr/>
    </dgm:pt>
    <dgm:pt modelId="{652259C2-C414-451F-9772-7DA8A5FB1830}" type="pres">
      <dgm:prSet presAssocID="{1DA6FCDE-59E6-4E47-874C-7E72291175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51B23804-71E2-4617-BC14-73ACD1551196}" type="pres">
      <dgm:prSet presAssocID="{1DA6FCDE-59E6-4E47-874C-7E7229117597}" presName="spaceRect" presStyleCnt="0"/>
      <dgm:spPr/>
    </dgm:pt>
    <dgm:pt modelId="{FCEDEAA6-AAB8-4B1E-BEDA-CA7617CD20F4}" type="pres">
      <dgm:prSet presAssocID="{1DA6FCDE-59E6-4E47-874C-7E7229117597}" presName="textRect" presStyleLbl="revTx" presStyleIdx="1" presStyleCnt="4">
        <dgm:presLayoutVars>
          <dgm:chMax val="1"/>
          <dgm:chPref val="1"/>
        </dgm:presLayoutVars>
      </dgm:prSet>
      <dgm:spPr/>
    </dgm:pt>
    <dgm:pt modelId="{87BE4F87-138C-46F2-93AD-3844008B4E99}" type="pres">
      <dgm:prSet presAssocID="{3E3ABF77-94EF-4547-9C78-B834C00901D4}" presName="sibTrans" presStyleCnt="0"/>
      <dgm:spPr/>
    </dgm:pt>
    <dgm:pt modelId="{0A9B8BC4-70AD-44AC-A52E-1F557D947459}" type="pres">
      <dgm:prSet presAssocID="{B13717A0-C635-4C93-83BE-9DF619E3B825}" presName="compNode" presStyleCnt="0"/>
      <dgm:spPr/>
    </dgm:pt>
    <dgm:pt modelId="{37BCD258-FDD0-4627-87EA-34981256FE22}" type="pres">
      <dgm:prSet presAssocID="{B13717A0-C635-4C93-83BE-9DF619E3B825}" presName="iconBgRect" presStyleLbl="bgShp" presStyleIdx="2" presStyleCnt="4"/>
      <dgm:spPr/>
    </dgm:pt>
    <dgm:pt modelId="{1CF3CF31-3ECE-4028-B0E2-C790757A0246}" type="pres">
      <dgm:prSet presAssocID="{B13717A0-C635-4C93-83BE-9DF619E3B8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33864D52-467E-490D-8D88-700103A2E306}" type="pres">
      <dgm:prSet presAssocID="{B13717A0-C635-4C93-83BE-9DF619E3B825}" presName="spaceRect" presStyleCnt="0"/>
      <dgm:spPr/>
    </dgm:pt>
    <dgm:pt modelId="{91C7824B-8A9C-4B34-8A81-18348C0BF121}" type="pres">
      <dgm:prSet presAssocID="{B13717A0-C635-4C93-83BE-9DF619E3B825}" presName="textRect" presStyleLbl="revTx" presStyleIdx="2" presStyleCnt="4">
        <dgm:presLayoutVars>
          <dgm:chMax val="1"/>
          <dgm:chPref val="1"/>
        </dgm:presLayoutVars>
      </dgm:prSet>
      <dgm:spPr/>
    </dgm:pt>
    <dgm:pt modelId="{93300DBA-1742-45DE-A465-15FB710A2475}" type="pres">
      <dgm:prSet presAssocID="{80344839-27FE-4EB0-A479-1780CD06E304}" presName="sibTrans" presStyleCnt="0"/>
      <dgm:spPr/>
    </dgm:pt>
    <dgm:pt modelId="{196B524A-8839-4035-8B10-4653771AFD1C}" type="pres">
      <dgm:prSet presAssocID="{FEBBB9B8-41A0-4D86-B27C-47DFF578DCEF}" presName="compNode" presStyleCnt="0"/>
      <dgm:spPr/>
    </dgm:pt>
    <dgm:pt modelId="{9F4C6CEA-C9B7-49AD-A843-9B2827DD8391}" type="pres">
      <dgm:prSet presAssocID="{FEBBB9B8-41A0-4D86-B27C-47DFF578DCEF}" presName="iconBgRect" presStyleLbl="bgShp" presStyleIdx="3" presStyleCnt="4"/>
      <dgm:spPr/>
    </dgm:pt>
    <dgm:pt modelId="{CE6FBBBD-8DCB-406F-B598-6205DCA50660}" type="pres">
      <dgm:prSet presAssocID="{FEBBB9B8-41A0-4D86-B27C-47DFF578DCE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12C60B5-CC1C-46D9-9B83-56236A96C31D}" type="pres">
      <dgm:prSet presAssocID="{FEBBB9B8-41A0-4D86-B27C-47DFF578DCEF}" presName="spaceRect" presStyleCnt="0"/>
      <dgm:spPr/>
    </dgm:pt>
    <dgm:pt modelId="{F8C66974-F6A4-4370-BB62-344DB6F91564}" type="pres">
      <dgm:prSet presAssocID="{FEBBB9B8-41A0-4D86-B27C-47DFF578DC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07AC29-1712-4F83-86A3-AB083866CAA7}" srcId="{33AE9DBB-2581-4204-9BED-F06A612F45E9}" destId="{1DA6FCDE-59E6-4E47-874C-7E7229117597}" srcOrd="1" destOrd="0" parTransId="{E3EB82C1-1A62-4F14-9409-3BD2FDA00384}" sibTransId="{3E3ABF77-94EF-4547-9C78-B834C00901D4}"/>
    <dgm:cxn modelId="{92E13933-1662-4F28-A2EB-1160BBAC4101}" type="presOf" srcId="{B13717A0-C635-4C93-83BE-9DF619E3B825}" destId="{91C7824B-8A9C-4B34-8A81-18348C0BF121}" srcOrd="0" destOrd="0" presId="urn:microsoft.com/office/officeart/2018/5/layout/IconCircleLabelList"/>
    <dgm:cxn modelId="{4E9D695C-48AC-4604-A5F6-471D9B4851C8}" type="presOf" srcId="{65BAB055-0DC3-4506-AD13-CB96FA9B9BB2}" destId="{96371F75-65AA-4B0B-BC06-AD1DC63BB0C2}" srcOrd="0" destOrd="0" presId="urn:microsoft.com/office/officeart/2018/5/layout/IconCircleLabelList"/>
    <dgm:cxn modelId="{2F6E2368-86ED-4A5E-9FCC-A1BC546F8A9A}" srcId="{33AE9DBB-2581-4204-9BED-F06A612F45E9}" destId="{B13717A0-C635-4C93-83BE-9DF619E3B825}" srcOrd="2" destOrd="0" parTransId="{6C86E97D-6981-46F3-80DF-387D6C11E71E}" sibTransId="{80344839-27FE-4EB0-A479-1780CD06E304}"/>
    <dgm:cxn modelId="{ABA19D56-63DD-4780-965B-FC89CEC45E31}" srcId="{33AE9DBB-2581-4204-9BED-F06A612F45E9}" destId="{FEBBB9B8-41A0-4D86-B27C-47DFF578DCEF}" srcOrd="3" destOrd="0" parTransId="{89C1FB36-35A8-41BB-BFA8-2C5D9939858A}" sibTransId="{41E6FEC8-CB9E-42D6-99DA-1652D8142C80}"/>
    <dgm:cxn modelId="{350C3889-EA58-4BCB-97D5-691588154E4E}" type="presOf" srcId="{33AE9DBB-2581-4204-9BED-F06A612F45E9}" destId="{8C277FA0-63AB-4D42-828E-FD6AE836642E}" srcOrd="0" destOrd="0" presId="urn:microsoft.com/office/officeart/2018/5/layout/IconCircleLabelList"/>
    <dgm:cxn modelId="{8A146389-9CC9-4402-9EAB-4CB102417B03}" srcId="{33AE9DBB-2581-4204-9BED-F06A612F45E9}" destId="{65BAB055-0DC3-4506-AD13-CB96FA9B9BB2}" srcOrd="0" destOrd="0" parTransId="{00411FFB-CCD1-4A7C-8641-E7EB5AFD1C01}" sibTransId="{21E24FF5-FF07-4333-A0A7-690035AD2AAC}"/>
    <dgm:cxn modelId="{275A3095-0B00-4569-9C4B-9F9560E3F45A}" type="presOf" srcId="{FEBBB9B8-41A0-4D86-B27C-47DFF578DCEF}" destId="{F8C66974-F6A4-4370-BB62-344DB6F91564}" srcOrd="0" destOrd="0" presId="urn:microsoft.com/office/officeart/2018/5/layout/IconCircleLabelList"/>
    <dgm:cxn modelId="{7BC475E4-9517-483D-A65F-F0D7030791E2}" type="presOf" srcId="{1DA6FCDE-59E6-4E47-874C-7E7229117597}" destId="{FCEDEAA6-AAB8-4B1E-BEDA-CA7617CD20F4}" srcOrd="0" destOrd="0" presId="urn:microsoft.com/office/officeart/2018/5/layout/IconCircleLabelList"/>
    <dgm:cxn modelId="{B09C63FB-7A93-40BF-9F1B-D9EB45DC2516}" type="presParOf" srcId="{8C277FA0-63AB-4D42-828E-FD6AE836642E}" destId="{4B595E30-6653-45E8-8F23-28F0E514DFBC}" srcOrd="0" destOrd="0" presId="urn:microsoft.com/office/officeart/2018/5/layout/IconCircleLabelList"/>
    <dgm:cxn modelId="{3672B04D-DE85-4E3F-8B00-5844858C3A71}" type="presParOf" srcId="{4B595E30-6653-45E8-8F23-28F0E514DFBC}" destId="{EB19782A-97C4-488C-A93D-199907006201}" srcOrd="0" destOrd="0" presId="urn:microsoft.com/office/officeart/2018/5/layout/IconCircleLabelList"/>
    <dgm:cxn modelId="{53FFA320-04FF-4368-83EF-454C9768544D}" type="presParOf" srcId="{4B595E30-6653-45E8-8F23-28F0E514DFBC}" destId="{7A530CB3-4FCD-4B01-84B0-E6C7BD924AD0}" srcOrd="1" destOrd="0" presId="urn:microsoft.com/office/officeart/2018/5/layout/IconCircleLabelList"/>
    <dgm:cxn modelId="{BC9BED79-7FB1-43A6-B0F4-E7E3BFEDAFC1}" type="presParOf" srcId="{4B595E30-6653-45E8-8F23-28F0E514DFBC}" destId="{5323A602-8A8F-4291-AD91-AE3D115CF25A}" srcOrd="2" destOrd="0" presId="urn:microsoft.com/office/officeart/2018/5/layout/IconCircleLabelList"/>
    <dgm:cxn modelId="{0E72B1C2-95E2-4076-A946-06C1DA37D7A6}" type="presParOf" srcId="{4B595E30-6653-45E8-8F23-28F0E514DFBC}" destId="{96371F75-65AA-4B0B-BC06-AD1DC63BB0C2}" srcOrd="3" destOrd="0" presId="urn:microsoft.com/office/officeart/2018/5/layout/IconCircleLabelList"/>
    <dgm:cxn modelId="{D9B44017-7E58-43BD-9848-1733472CA164}" type="presParOf" srcId="{8C277FA0-63AB-4D42-828E-FD6AE836642E}" destId="{37AC872E-730F-4D59-BAE1-F4764EC83C42}" srcOrd="1" destOrd="0" presId="urn:microsoft.com/office/officeart/2018/5/layout/IconCircleLabelList"/>
    <dgm:cxn modelId="{E52E1E4D-3DE1-412F-BB2C-CCE5D0DE2550}" type="presParOf" srcId="{8C277FA0-63AB-4D42-828E-FD6AE836642E}" destId="{CAFFC0CC-E2C2-4228-A11D-DF36915BB57D}" srcOrd="2" destOrd="0" presId="urn:microsoft.com/office/officeart/2018/5/layout/IconCircleLabelList"/>
    <dgm:cxn modelId="{D15361A8-50FA-4306-8E29-05CDD0ED08D7}" type="presParOf" srcId="{CAFFC0CC-E2C2-4228-A11D-DF36915BB57D}" destId="{AA6B919B-8DEC-4B35-80E7-E9ED911202EC}" srcOrd="0" destOrd="0" presId="urn:microsoft.com/office/officeart/2018/5/layout/IconCircleLabelList"/>
    <dgm:cxn modelId="{1307368B-864A-4BC4-89DA-064BAB7A5E47}" type="presParOf" srcId="{CAFFC0CC-E2C2-4228-A11D-DF36915BB57D}" destId="{652259C2-C414-451F-9772-7DA8A5FB1830}" srcOrd="1" destOrd="0" presId="urn:microsoft.com/office/officeart/2018/5/layout/IconCircleLabelList"/>
    <dgm:cxn modelId="{C552A417-5872-49B8-964B-E465C0C3B656}" type="presParOf" srcId="{CAFFC0CC-E2C2-4228-A11D-DF36915BB57D}" destId="{51B23804-71E2-4617-BC14-73ACD1551196}" srcOrd="2" destOrd="0" presId="urn:microsoft.com/office/officeart/2018/5/layout/IconCircleLabelList"/>
    <dgm:cxn modelId="{72DEDA7F-DAAF-4E1C-A848-47CB54C25AAE}" type="presParOf" srcId="{CAFFC0CC-E2C2-4228-A11D-DF36915BB57D}" destId="{FCEDEAA6-AAB8-4B1E-BEDA-CA7617CD20F4}" srcOrd="3" destOrd="0" presId="urn:microsoft.com/office/officeart/2018/5/layout/IconCircleLabelList"/>
    <dgm:cxn modelId="{3ADBDD51-5920-4003-84AE-5BC47B1177AF}" type="presParOf" srcId="{8C277FA0-63AB-4D42-828E-FD6AE836642E}" destId="{87BE4F87-138C-46F2-93AD-3844008B4E99}" srcOrd="3" destOrd="0" presId="urn:microsoft.com/office/officeart/2018/5/layout/IconCircleLabelList"/>
    <dgm:cxn modelId="{F8D164F9-E1FB-4082-81B3-02026CEF0BFA}" type="presParOf" srcId="{8C277FA0-63AB-4D42-828E-FD6AE836642E}" destId="{0A9B8BC4-70AD-44AC-A52E-1F557D947459}" srcOrd="4" destOrd="0" presId="urn:microsoft.com/office/officeart/2018/5/layout/IconCircleLabelList"/>
    <dgm:cxn modelId="{58DB9BB0-363D-4E7E-A5AF-5A934054C6E8}" type="presParOf" srcId="{0A9B8BC4-70AD-44AC-A52E-1F557D947459}" destId="{37BCD258-FDD0-4627-87EA-34981256FE22}" srcOrd="0" destOrd="0" presId="urn:microsoft.com/office/officeart/2018/5/layout/IconCircleLabelList"/>
    <dgm:cxn modelId="{13486D06-AE16-4AB2-9117-73BB81B22427}" type="presParOf" srcId="{0A9B8BC4-70AD-44AC-A52E-1F557D947459}" destId="{1CF3CF31-3ECE-4028-B0E2-C790757A0246}" srcOrd="1" destOrd="0" presId="urn:microsoft.com/office/officeart/2018/5/layout/IconCircleLabelList"/>
    <dgm:cxn modelId="{7999A1E6-92D3-41CF-9D6F-5F767FCE55D7}" type="presParOf" srcId="{0A9B8BC4-70AD-44AC-A52E-1F557D947459}" destId="{33864D52-467E-490D-8D88-700103A2E306}" srcOrd="2" destOrd="0" presId="urn:microsoft.com/office/officeart/2018/5/layout/IconCircleLabelList"/>
    <dgm:cxn modelId="{4F31AAA7-A0D6-4E05-AF79-14B9C36675FA}" type="presParOf" srcId="{0A9B8BC4-70AD-44AC-A52E-1F557D947459}" destId="{91C7824B-8A9C-4B34-8A81-18348C0BF121}" srcOrd="3" destOrd="0" presId="urn:microsoft.com/office/officeart/2018/5/layout/IconCircleLabelList"/>
    <dgm:cxn modelId="{4E8D6351-F1CB-4E1A-887C-0D302A2C9AA9}" type="presParOf" srcId="{8C277FA0-63AB-4D42-828E-FD6AE836642E}" destId="{93300DBA-1742-45DE-A465-15FB710A2475}" srcOrd="5" destOrd="0" presId="urn:microsoft.com/office/officeart/2018/5/layout/IconCircleLabelList"/>
    <dgm:cxn modelId="{DF12CA51-4B24-49DE-AAF1-E813A8EFC6C0}" type="presParOf" srcId="{8C277FA0-63AB-4D42-828E-FD6AE836642E}" destId="{196B524A-8839-4035-8B10-4653771AFD1C}" srcOrd="6" destOrd="0" presId="urn:microsoft.com/office/officeart/2018/5/layout/IconCircleLabelList"/>
    <dgm:cxn modelId="{B0DCCFC7-5468-4B30-A2E2-B67AE2B28C5E}" type="presParOf" srcId="{196B524A-8839-4035-8B10-4653771AFD1C}" destId="{9F4C6CEA-C9B7-49AD-A843-9B2827DD8391}" srcOrd="0" destOrd="0" presId="urn:microsoft.com/office/officeart/2018/5/layout/IconCircleLabelList"/>
    <dgm:cxn modelId="{D5292AE8-DD60-4BFB-85B4-234931AD76B2}" type="presParOf" srcId="{196B524A-8839-4035-8B10-4653771AFD1C}" destId="{CE6FBBBD-8DCB-406F-B598-6205DCA50660}" srcOrd="1" destOrd="0" presId="urn:microsoft.com/office/officeart/2018/5/layout/IconCircleLabelList"/>
    <dgm:cxn modelId="{AB54B469-E172-4677-8F46-A50A444007CA}" type="presParOf" srcId="{196B524A-8839-4035-8B10-4653771AFD1C}" destId="{312C60B5-CC1C-46D9-9B83-56236A96C31D}" srcOrd="2" destOrd="0" presId="urn:microsoft.com/office/officeart/2018/5/layout/IconCircleLabelList"/>
    <dgm:cxn modelId="{C89A694C-855C-4763-BDF1-E5B558E3F296}" type="presParOf" srcId="{196B524A-8839-4035-8B10-4653771AFD1C}" destId="{F8C66974-F6A4-4370-BB62-344DB6F9156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AA7AC7-9374-49A6-B9B1-15D30C03E37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EBEAE9-49C3-4803-BC52-AABFA844CA34}">
      <dgm:prSet/>
      <dgm:spPr/>
      <dgm:t>
        <a:bodyPr/>
        <a:lstStyle/>
        <a:p>
          <a:r>
            <a:rPr lang="en-US"/>
            <a:t>GitHub blocked 118MB CSV</a:t>
          </a:r>
        </a:p>
      </dgm:t>
    </dgm:pt>
    <dgm:pt modelId="{237724CE-97A7-4C9B-BB2D-862CC8EBE2AB}" type="parTrans" cxnId="{8351E4DF-E82D-496A-BD7C-0BAFC4F4D06E}">
      <dgm:prSet/>
      <dgm:spPr/>
      <dgm:t>
        <a:bodyPr/>
        <a:lstStyle/>
        <a:p>
          <a:endParaRPr lang="en-US"/>
        </a:p>
      </dgm:t>
    </dgm:pt>
    <dgm:pt modelId="{CCED3B45-540D-4D37-B834-A02E2E021B63}" type="sibTrans" cxnId="{8351E4DF-E82D-496A-BD7C-0BAFC4F4D06E}">
      <dgm:prSet/>
      <dgm:spPr/>
      <dgm:t>
        <a:bodyPr/>
        <a:lstStyle/>
        <a:p>
          <a:endParaRPr lang="en-US"/>
        </a:p>
      </dgm:t>
    </dgm:pt>
    <dgm:pt modelId="{F7E929C2-FBBE-4D62-994E-9E2BAB262FF4}">
      <dgm:prSet/>
      <dgm:spPr/>
      <dgm:t>
        <a:bodyPr/>
        <a:lstStyle/>
        <a:p>
          <a:r>
            <a:rPr lang="en-US"/>
            <a:t>Required cleaning git history</a:t>
          </a:r>
        </a:p>
      </dgm:t>
    </dgm:pt>
    <dgm:pt modelId="{BE8FD294-7786-4365-983F-953498860545}" type="parTrans" cxnId="{6A3BF1AE-D56A-44E1-A8AD-4BE9913513C0}">
      <dgm:prSet/>
      <dgm:spPr/>
      <dgm:t>
        <a:bodyPr/>
        <a:lstStyle/>
        <a:p>
          <a:endParaRPr lang="en-US"/>
        </a:p>
      </dgm:t>
    </dgm:pt>
    <dgm:pt modelId="{900968DD-2AA6-466A-98C5-C98CB100AA49}" type="sibTrans" cxnId="{6A3BF1AE-D56A-44E1-A8AD-4BE9913513C0}">
      <dgm:prSet/>
      <dgm:spPr/>
      <dgm:t>
        <a:bodyPr/>
        <a:lstStyle/>
        <a:p>
          <a:endParaRPr lang="en-US"/>
        </a:p>
      </dgm:t>
    </dgm:pt>
    <dgm:pt modelId="{71447D0A-E9E1-4841-992B-65C2F1618E76}">
      <dgm:prSet/>
      <dgm:spPr/>
      <dgm:t>
        <a:bodyPr/>
        <a:lstStyle/>
        <a:p>
          <a:r>
            <a:rPr lang="en-US"/>
            <a:t>Debugging &amp; testing time required</a:t>
          </a:r>
        </a:p>
      </dgm:t>
    </dgm:pt>
    <dgm:pt modelId="{0121167F-CBE3-482F-A73A-E839715B71C9}" type="parTrans" cxnId="{DF1EFE00-B55B-48C6-962C-05BECE0DC704}">
      <dgm:prSet/>
      <dgm:spPr/>
      <dgm:t>
        <a:bodyPr/>
        <a:lstStyle/>
        <a:p>
          <a:endParaRPr lang="en-US"/>
        </a:p>
      </dgm:t>
    </dgm:pt>
    <dgm:pt modelId="{18737A75-6B07-4842-8329-880F38CF45EA}" type="sibTrans" cxnId="{DF1EFE00-B55B-48C6-962C-05BECE0DC704}">
      <dgm:prSet/>
      <dgm:spPr/>
      <dgm:t>
        <a:bodyPr/>
        <a:lstStyle/>
        <a:p>
          <a:endParaRPr lang="en-US"/>
        </a:p>
      </dgm:t>
    </dgm:pt>
    <dgm:pt modelId="{C848801F-5AE9-439D-B0B5-24E7B5C52CDC}" type="pres">
      <dgm:prSet presAssocID="{DBAA7AC7-9374-49A6-B9B1-15D30C03E379}" presName="outerComposite" presStyleCnt="0">
        <dgm:presLayoutVars>
          <dgm:chMax val="5"/>
          <dgm:dir/>
          <dgm:resizeHandles val="exact"/>
        </dgm:presLayoutVars>
      </dgm:prSet>
      <dgm:spPr/>
    </dgm:pt>
    <dgm:pt modelId="{770441EE-18B7-40B6-9E03-F1DDFD41FD24}" type="pres">
      <dgm:prSet presAssocID="{DBAA7AC7-9374-49A6-B9B1-15D30C03E379}" presName="dummyMaxCanvas" presStyleCnt="0">
        <dgm:presLayoutVars/>
      </dgm:prSet>
      <dgm:spPr/>
    </dgm:pt>
    <dgm:pt modelId="{24185949-7A96-4A8B-9FCE-9DEFDFC318CE}" type="pres">
      <dgm:prSet presAssocID="{DBAA7AC7-9374-49A6-B9B1-15D30C03E379}" presName="ThreeNodes_1" presStyleLbl="node1" presStyleIdx="0" presStyleCnt="3">
        <dgm:presLayoutVars>
          <dgm:bulletEnabled val="1"/>
        </dgm:presLayoutVars>
      </dgm:prSet>
      <dgm:spPr/>
    </dgm:pt>
    <dgm:pt modelId="{9F4C3F09-582C-4B9D-9326-D3A85B15445F}" type="pres">
      <dgm:prSet presAssocID="{DBAA7AC7-9374-49A6-B9B1-15D30C03E379}" presName="ThreeNodes_2" presStyleLbl="node1" presStyleIdx="1" presStyleCnt="3">
        <dgm:presLayoutVars>
          <dgm:bulletEnabled val="1"/>
        </dgm:presLayoutVars>
      </dgm:prSet>
      <dgm:spPr/>
    </dgm:pt>
    <dgm:pt modelId="{E452DAAE-F6B7-4866-8AF5-FCCBE1D1AAAE}" type="pres">
      <dgm:prSet presAssocID="{DBAA7AC7-9374-49A6-B9B1-15D30C03E379}" presName="ThreeNodes_3" presStyleLbl="node1" presStyleIdx="2" presStyleCnt="3">
        <dgm:presLayoutVars>
          <dgm:bulletEnabled val="1"/>
        </dgm:presLayoutVars>
      </dgm:prSet>
      <dgm:spPr/>
    </dgm:pt>
    <dgm:pt modelId="{9CEB47CA-FF4B-498F-B131-05E1D64A404C}" type="pres">
      <dgm:prSet presAssocID="{DBAA7AC7-9374-49A6-B9B1-15D30C03E379}" presName="ThreeConn_1-2" presStyleLbl="fgAccFollowNode1" presStyleIdx="0" presStyleCnt="2">
        <dgm:presLayoutVars>
          <dgm:bulletEnabled val="1"/>
        </dgm:presLayoutVars>
      </dgm:prSet>
      <dgm:spPr/>
    </dgm:pt>
    <dgm:pt modelId="{509F2465-A2DF-4D83-B2DD-0C641B2A9C66}" type="pres">
      <dgm:prSet presAssocID="{DBAA7AC7-9374-49A6-B9B1-15D30C03E379}" presName="ThreeConn_2-3" presStyleLbl="fgAccFollowNode1" presStyleIdx="1" presStyleCnt="2">
        <dgm:presLayoutVars>
          <dgm:bulletEnabled val="1"/>
        </dgm:presLayoutVars>
      </dgm:prSet>
      <dgm:spPr/>
    </dgm:pt>
    <dgm:pt modelId="{AC020F2B-9919-41A1-ADF2-E1DE92E676E0}" type="pres">
      <dgm:prSet presAssocID="{DBAA7AC7-9374-49A6-B9B1-15D30C03E379}" presName="ThreeNodes_1_text" presStyleLbl="node1" presStyleIdx="2" presStyleCnt="3">
        <dgm:presLayoutVars>
          <dgm:bulletEnabled val="1"/>
        </dgm:presLayoutVars>
      </dgm:prSet>
      <dgm:spPr/>
    </dgm:pt>
    <dgm:pt modelId="{C1AAC598-9C0E-4709-9743-FB126B2D0641}" type="pres">
      <dgm:prSet presAssocID="{DBAA7AC7-9374-49A6-B9B1-15D30C03E379}" presName="ThreeNodes_2_text" presStyleLbl="node1" presStyleIdx="2" presStyleCnt="3">
        <dgm:presLayoutVars>
          <dgm:bulletEnabled val="1"/>
        </dgm:presLayoutVars>
      </dgm:prSet>
      <dgm:spPr/>
    </dgm:pt>
    <dgm:pt modelId="{CAEF79FE-0C9A-46EC-87C6-7790EC8660AF}" type="pres">
      <dgm:prSet presAssocID="{DBAA7AC7-9374-49A6-B9B1-15D30C03E37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1EFE00-B55B-48C6-962C-05BECE0DC704}" srcId="{DBAA7AC7-9374-49A6-B9B1-15D30C03E379}" destId="{71447D0A-E9E1-4841-992B-65C2F1618E76}" srcOrd="2" destOrd="0" parTransId="{0121167F-CBE3-482F-A73A-E839715B71C9}" sibTransId="{18737A75-6B07-4842-8329-880F38CF45EA}"/>
    <dgm:cxn modelId="{29639A09-8135-44AC-85A6-EE34A2113040}" type="presOf" srcId="{CCED3B45-540D-4D37-B834-A02E2E021B63}" destId="{9CEB47CA-FF4B-498F-B131-05E1D64A404C}" srcOrd="0" destOrd="0" presId="urn:microsoft.com/office/officeart/2005/8/layout/vProcess5"/>
    <dgm:cxn modelId="{D364CA22-1AEC-47E3-9921-D7F7EDCC568A}" type="presOf" srcId="{71447D0A-E9E1-4841-992B-65C2F1618E76}" destId="{E452DAAE-F6B7-4866-8AF5-FCCBE1D1AAAE}" srcOrd="0" destOrd="0" presId="urn:microsoft.com/office/officeart/2005/8/layout/vProcess5"/>
    <dgm:cxn modelId="{D6F9335D-40F8-4557-AAEC-6D7F0C705E6C}" type="presOf" srcId="{F7E929C2-FBBE-4D62-994E-9E2BAB262FF4}" destId="{9F4C3F09-582C-4B9D-9326-D3A85B15445F}" srcOrd="0" destOrd="0" presId="urn:microsoft.com/office/officeart/2005/8/layout/vProcess5"/>
    <dgm:cxn modelId="{98E88E69-4A55-407B-979E-FD537807C5EA}" type="presOf" srcId="{F7E929C2-FBBE-4D62-994E-9E2BAB262FF4}" destId="{C1AAC598-9C0E-4709-9743-FB126B2D0641}" srcOrd="1" destOrd="0" presId="urn:microsoft.com/office/officeart/2005/8/layout/vProcess5"/>
    <dgm:cxn modelId="{786C287D-1052-400B-A378-9D2626A05C9D}" type="presOf" srcId="{900968DD-2AA6-466A-98C5-C98CB100AA49}" destId="{509F2465-A2DF-4D83-B2DD-0C641B2A9C66}" srcOrd="0" destOrd="0" presId="urn:microsoft.com/office/officeart/2005/8/layout/vProcess5"/>
    <dgm:cxn modelId="{1B4E0884-8DBD-4971-88EB-24326F41B27F}" type="presOf" srcId="{B4EBEAE9-49C3-4803-BC52-AABFA844CA34}" destId="{AC020F2B-9919-41A1-ADF2-E1DE92E676E0}" srcOrd="1" destOrd="0" presId="urn:microsoft.com/office/officeart/2005/8/layout/vProcess5"/>
    <dgm:cxn modelId="{12EA28A0-2AB2-4E1D-9C8A-A785AF7777A0}" type="presOf" srcId="{B4EBEAE9-49C3-4803-BC52-AABFA844CA34}" destId="{24185949-7A96-4A8B-9FCE-9DEFDFC318CE}" srcOrd="0" destOrd="0" presId="urn:microsoft.com/office/officeart/2005/8/layout/vProcess5"/>
    <dgm:cxn modelId="{6A3BF1AE-D56A-44E1-A8AD-4BE9913513C0}" srcId="{DBAA7AC7-9374-49A6-B9B1-15D30C03E379}" destId="{F7E929C2-FBBE-4D62-994E-9E2BAB262FF4}" srcOrd="1" destOrd="0" parTransId="{BE8FD294-7786-4365-983F-953498860545}" sibTransId="{900968DD-2AA6-466A-98C5-C98CB100AA49}"/>
    <dgm:cxn modelId="{7FD260B0-4A7F-413A-B874-E0F036106276}" type="presOf" srcId="{71447D0A-E9E1-4841-992B-65C2F1618E76}" destId="{CAEF79FE-0C9A-46EC-87C6-7790EC8660AF}" srcOrd="1" destOrd="0" presId="urn:microsoft.com/office/officeart/2005/8/layout/vProcess5"/>
    <dgm:cxn modelId="{8351E4DF-E82D-496A-BD7C-0BAFC4F4D06E}" srcId="{DBAA7AC7-9374-49A6-B9B1-15D30C03E379}" destId="{B4EBEAE9-49C3-4803-BC52-AABFA844CA34}" srcOrd="0" destOrd="0" parTransId="{237724CE-97A7-4C9B-BB2D-862CC8EBE2AB}" sibTransId="{CCED3B45-540D-4D37-B834-A02E2E021B63}"/>
    <dgm:cxn modelId="{72B46EE2-7D42-47BA-AB2B-B5A0BE7CF71D}" type="presOf" srcId="{DBAA7AC7-9374-49A6-B9B1-15D30C03E379}" destId="{C848801F-5AE9-439D-B0B5-24E7B5C52CDC}" srcOrd="0" destOrd="0" presId="urn:microsoft.com/office/officeart/2005/8/layout/vProcess5"/>
    <dgm:cxn modelId="{FE16076B-7FD8-46C7-85DC-F641CD001585}" type="presParOf" srcId="{C848801F-5AE9-439D-B0B5-24E7B5C52CDC}" destId="{770441EE-18B7-40B6-9E03-F1DDFD41FD24}" srcOrd="0" destOrd="0" presId="urn:microsoft.com/office/officeart/2005/8/layout/vProcess5"/>
    <dgm:cxn modelId="{84054383-9C3D-47F2-9D0E-C30B1B32F99D}" type="presParOf" srcId="{C848801F-5AE9-439D-B0B5-24E7B5C52CDC}" destId="{24185949-7A96-4A8B-9FCE-9DEFDFC318CE}" srcOrd="1" destOrd="0" presId="urn:microsoft.com/office/officeart/2005/8/layout/vProcess5"/>
    <dgm:cxn modelId="{81254249-0983-4BBF-862D-E603FF9E0BBB}" type="presParOf" srcId="{C848801F-5AE9-439D-B0B5-24E7B5C52CDC}" destId="{9F4C3F09-582C-4B9D-9326-D3A85B15445F}" srcOrd="2" destOrd="0" presId="urn:microsoft.com/office/officeart/2005/8/layout/vProcess5"/>
    <dgm:cxn modelId="{AB6C8BAD-7E8C-4BD5-B03A-D5E6A14F0C43}" type="presParOf" srcId="{C848801F-5AE9-439D-B0B5-24E7B5C52CDC}" destId="{E452DAAE-F6B7-4866-8AF5-FCCBE1D1AAAE}" srcOrd="3" destOrd="0" presId="urn:microsoft.com/office/officeart/2005/8/layout/vProcess5"/>
    <dgm:cxn modelId="{EC47FA62-E411-42A6-A949-D96AF5CB0035}" type="presParOf" srcId="{C848801F-5AE9-439D-B0B5-24E7B5C52CDC}" destId="{9CEB47CA-FF4B-498F-B131-05E1D64A404C}" srcOrd="4" destOrd="0" presId="urn:microsoft.com/office/officeart/2005/8/layout/vProcess5"/>
    <dgm:cxn modelId="{40652711-EDAB-48E9-813E-0BA53819A7DD}" type="presParOf" srcId="{C848801F-5AE9-439D-B0B5-24E7B5C52CDC}" destId="{509F2465-A2DF-4D83-B2DD-0C641B2A9C66}" srcOrd="5" destOrd="0" presId="urn:microsoft.com/office/officeart/2005/8/layout/vProcess5"/>
    <dgm:cxn modelId="{7EA9EF34-1916-4DC8-8D3C-C459A9D8E132}" type="presParOf" srcId="{C848801F-5AE9-439D-B0B5-24E7B5C52CDC}" destId="{AC020F2B-9919-41A1-ADF2-E1DE92E676E0}" srcOrd="6" destOrd="0" presId="urn:microsoft.com/office/officeart/2005/8/layout/vProcess5"/>
    <dgm:cxn modelId="{B8635765-4DDC-453C-8942-A9381065BD6B}" type="presParOf" srcId="{C848801F-5AE9-439D-B0B5-24E7B5C52CDC}" destId="{C1AAC598-9C0E-4709-9743-FB126B2D0641}" srcOrd="7" destOrd="0" presId="urn:microsoft.com/office/officeart/2005/8/layout/vProcess5"/>
    <dgm:cxn modelId="{0DB00266-B9A1-4975-A505-ECD8CD714DFB}" type="presParOf" srcId="{C848801F-5AE9-439D-B0B5-24E7B5C52CDC}" destId="{CAEF79FE-0C9A-46EC-87C6-7790EC8660A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E05BD-B81B-4743-AFB0-A8750B3929CC}">
      <dsp:nvSpPr>
        <dsp:cNvPr id="0" name=""/>
        <dsp:cNvSpPr/>
      </dsp:nvSpPr>
      <dsp:spPr>
        <a:xfrm>
          <a:off x="0" y="96709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Analyzed Toronto bike-share ridership data</a:t>
          </a:r>
        </a:p>
      </dsp:txBody>
      <dsp:txXfrm>
        <a:off x="48547" y="145256"/>
        <a:ext cx="4903030" cy="897406"/>
      </dsp:txXfrm>
    </dsp:sp>
    <dsp:sp modelId="{8BD685CC-4BA2-4C69-984F-AE8AEF4DB1F8}">
      <dsp:nvSpPr>
        <dsp:cNvPr id="0" name=""/>
        <dsp:cNvSpPr/>
      </dsp:nvSpPr>
      <dsp:spPr>
        <a:xfrm>
          <a:off x="0" y="1163209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Followed Agile methodology over 2 sprints</a:t>
          </a:r>
        </a:p>
      </dsp:txBody>
      <dsp:txXfrm>
        <a:off x="48547" y="1211756"/>
        <a:ext cx="4903030" cy="897406"/>
      </dsp:txXfrm>
    </dsp:sp>
    <dsp:sp modelId="{1FF73E35-670D-4093-8B9B-90F0BD2AB970}">
      <dsp:nvSpPr>
        <dsp:cNvPr id="0" name=""/>
        <dsp:cNvSpPr/>
      </dsp:nvSpPr>
      <dsp:spPr>
        <a:xfrm>
          <a:off x="0" y="22297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Built Streamlit analytics dashboard</a:t>
          </a:r>
        </a:p>
      </dsp:txBody>
      <dsp:txXfrm>
        <a:off x="48547" y="2278257"/>
        <a:ext cx="4903030" cy="897406"/>
      </dsp:txXfrm>
    </dsp:sp>
    <dsp:sp modelId="{DFA36D79-6364-4752-A129-7F11CD6D0033}">
      <dsp:nvSpPr>
        <dsp:cNvPr id="0" name=""/>
        <dsp:cNvSpPr/>
      </dsp:nvSpPr>
      <dsp:spPr>
        <a:xfrm>
          <a:off x="0" y="32962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Implemented data cleaning, analytics and TDD</a:t>
          </a:r>
        </a:p>
      </dsp:txBody>
      <dsp:txXfrm>
        <a:off x="48547" y="3344757"/>
        <a:ext cx="4903030" cy="897406"/>
      </dsp:txXfrm>
    </dsp:sp>
    <dsp:sp modelId="{A1F50F83-953A-4608-935B-EF59DBCB76AA}">
      <dsp:nvSpPr>
        <dsp:cNvPr id="0" name=""/>
        <dsp:cNvSpPr/>
      </dsp:nvSpPr>
      <dsp:spPr>
        <a:xfrm>
          <a:off x="0" y="43627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GitHub + Taiga for workflow</a:t>
          </a:r>
        </a:p>
      </dsp:txBody>
      <dsp:txXfrm>
        <a:off x="48547" y="4411257"/>
        <a:ext cx="4903030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03B21-E364-43DA-90EB-371940545E93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EC934-481A-49D1-9877-99A0EBF10208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includes timestamps, station names, user type etc.</a:t>
          </a:r>
        </a:p>
      </dsp:txBody>
      <dsp:txXfrm>
        <a:off x="298991" y="1277365"/>
        <a:ext cx="2219346" cy="1377989"/>
      </dsp:txXfrm>
    </dsp:sp>
    <dsp:sp modelId="{AE1CA892-CF62-41A6-8BBB-A9A5A579D75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863B1-C449-4478-A3BA-7C604D42DC6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Cleaned timestamps &amp; calculated trip duration</a:t>
          </a:r>
        </a:p>
      </dsp:txBody>
      <dsp:txXfrm>
        <a:off x="3116322" y="1277365"/>
        <a:ext cx="2219346" cy="1377989"/>
      </dsp:txXfrm>
    </dsp:sp>
    <dsp:sp modelId="{E4AB0214-8BFF-4D07-954F-33DA06C9514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17B6E-708C-4019-8FD0-6D32C1E32FA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Made dataset analysis-ready</a:t>
          </a:r>
        </a:p>
      </dsp:txBody>
      <dsp:txXfrm>
        <a:off x="5933653" y="1277365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78AA87-28DC-4C9E-B61D-D8DA168AE13C}">
      <dsp:nvSpPr>
        <dsp:cNvPr id="0" name=""/>
        <dsp:cNvSpPr/>
      </dsp:nvSpPr>
      <dsp:spPr>
        <a:xfrm>
          <a:off x="2622678" y="2047"/>
          <a:ext cx="2950513" cy="1351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Python : Pandas, NumPy</a:t>
          </a:r>
        </a:p>
      </dsp:txBody>
      <dsp:txXfrm>
        <a:off x="2688638" y="68007"/>
        <a:ext cx="2818593" cy="1219276"/>
      </dsp:txXfrm>
    </dsp:sp>
    <dsp:sp modelId="{5AA3A89E-9DC3-460B-8430-96E7EDD8D429}">
      <dsp:nvSpPr>
        <dsp:cNvPr id="0" name=""/>
        <dsp:cNvSpPr/>
      </dsp:nvSpPr>
      <dsp:spPr>
        <a:xfrm>
          <a:off x="2622678" y="1420804"/>
          <a:ext cx="2950513" cy="135119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Streamlit</a:t>
          </a:r>
          <a:r>
            <a:rPr lang="en-US" sz="2700" kern="1200" dirty="0"/>
            <a:t>: </a:t>
          </a:r>
          <a:r>
            <a:rPr lang="en-US" sz="2700" kern="1200" dirty="0" err="1"/>
            <a:t>Plotly</a:t>
          </a:r>
          <a:r>
            <a:rPr lang="en-US" sz="2700" kern="1200" dirty="0"/>
            <a:t>/Matplotlib</a:t>
          </a:r>
        </a:p>
      </dsp:txBody>
      <dsp:txXfrm>
        <a:off x="2688638" y="1486764"/>
        <a:ext cx="2818593" cy="1219276"/>
      </dsp:txXfrm>
    </dsp:sp>
    <dsp:sp modelId="{8D90AB5E-E0F3-45EB-9487-0EC9C1525D46}">
      <dsp:nvSpPr>
        <dsp:cNvPr id="0" name=""/>
        <dsp:cNvSpPr/>
      </dsp:nvSpPr>
      <dsp:spPr>
        <a:xfrm>
          <a:off x="2622678" y="2839560"/>
          <a:ext cx="2950513" cy="135119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GitHub , Taiga , </a:t>
          </a:r>
          <a:r>
            <a:rPr lang="en-US" sz="2700" kern="1200" dirty="0" err="1"/>
            <a:t>Pytest</a:t>
          </a:r>
          <a:endParaRPr lang="en-US" sz="2700" kern="1200" dirty="0"/>
        </a:p>
      </dsp:txBody>
      <dsp:txXfrm>
        <a:off x="2688638" y="2905520"/>
        <a:ext cx="2818593" cy="12192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9401C-FA61-47FB-8282-7A827693287D}">
      <dsp:nvSpPr>
        <dsp:cNvPr id="0" name=""/>
        <dsp:cNvSpPr/>
      </dsp:nvSpPr>
      <dsp:spPr>
        <a:xfrm>
          <a:off x="0" y="1335019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95703-2014-4DD3-B7D7-B71D9E413B17}">
      <dsp:nvSpPr>
        <dsp:cNvPr id="0" name=""/>
        <dsp:cNvSpPr/>
      </dsp:nvSpPr>
      <dsp:spPr>
        <a:xfrm>
          <a:off x="250006" y="1054579"/>
          <a:ext cx="3500086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loading + cleaning pipeline</a:t>
          </a:r>
        </a:p>
      </dsp:txBody>
      <dsp:txXfrm>
        <a:off x="277386" y="1081959"/>
        <a:ext cx="3445326" cy="506120"/>
      </dsp:txXfrm>
    </dsp:sp>
    <dsp:sp modelId="{DB0FCE23-D97D-4530-943C-F8C8171EFAC7}">
      <dsp:nvSpPr>
        <dsp:cNvPr id="0" name=""/>
        <dsp:cNvSpPr/>
      </dsp:nvSpPr>
      <dsp:spPr>
        <a:xfrm>
          <a:off x="0" y="2196860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7AD21-CB6B-41B7-B8C5-7F03E33A39B7}">
      <dsp:nvSpPr>
        <dsp:cNvPr id="0" name=""/>
        <dsp:cNvSpPr/>
      </dsp:nvSpPr>
      <dsp:spPr>
        <a:xfrm>
          <a:off x="250006" y="1916420"/>
          <a:ext cx="3500086" cy="56088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Timestamp formatting</a:t>
          </a:r>
        </a:p>
      </dsp:txBody>
      <dsp:txXfrm>
        <a:off x="277386" y="1943800"/>
        <a:ext cx="3445326" cy="506120"/>
      </dsp:txXfrm>
    </dsp:sp>
    <dsp:sp modelId="{4E65597D-FF5B-4CB5-83E5-41F085B052FD}">
      <dsp:nvSpPr>
        <dsp:cNvPr id="0" name=""/>
        <dsp:cNvSpPr/>
      </dsp:nvSpPr>
      <dsp:spPr>
        <a:xfrm>
          <a:off x="0" y="3058700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67368-63B1-4C29-A1F2-E3BC1A15BBCB}">
      <dsp:nvSpPr>
        <dsp:cNvPr id="0" name=""/>
        <dsp:cNvSpPr/>
      </dsp:nvSpPr>
      <dsp:spPr>
        <a:xfrm>
          <a:off x="250006" y="2778260"/>
          <a:ext cx="3500086" cy="56088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Calculated ride duration</a:t>
          </a:r>
        </a:p>
      </dsp:txBody>
      <dsp:txXfrm>
        <a:off x="277386" y="2805640"/>
        <a:ext cx="3445326" cy="506120"/>
      </dsp:txXfrm>
    </dsp:sp>
    <dsp:sp modelId="{D7C3EFBD-2854-4169-AEB7-D877A95F3CED}">
      <dsp:nvSpPr>
        <dsp:cNvPr id="0" name=""/>
        <dsp:cNvSpPr/>
      </dsp:nvSpPr>
      <dsp:spPr>
        <a:xfrm>
          <a:off x="0" y="3920540"/>
          <a:ext cx="50001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9DEE4-4F43-4253-9207-F776BEEBFAF7}">
      <dsp:nvSpPr>
        <dsp:cNvPr id="0" name=""/>
        <dsp:cNvSpPr/>
      </dsp:nvSpPr>
      <dsp:spPr>
        <a:xfrm>
          <a:off x="250006" y="3640100"/>
          <a:ext cx="3500086" cy="5608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Added unit tests (TDD)</a:t>
          </a:r>
        </a:p>
      </dsp:txBody>
      <dsp:txXfrm>
        <a:off x="277386" y="3667480"/>
        <a:ext cx="3445326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7CAD0-C74E-4EA4-9124-1FE0E4219BF2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C1CBB-8AC3-4ED9-A8F3-5A205528B923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Streamlit dashboard built</a:t>
          </a:r>
        </a:p>
      </dsp:txBody>
      <dsp:txXfrm>
        <a:off x="224776" y="1422745"/>
        <a:ext cx="1650639" cy="1024880"/>
      </dsp:txXfrm>
    </dsp:sp>
    <dsp:sp modelId="{8938E3F1-33BF-4BC7-A4E1-67C2BE9F9315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D51E4-5062-4FB1-A6C9-75E996F610E6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KPIs, charts, analytics integrated</a:t>
          </a:r>
        </a:p>
      </dsp:txBody>
      <dsp:txXfrm>
        <a:off x="2320165" y="1422745"/>
        <a:ext cx="1650639" cy="1024880"/>
      </dsp:txXfrm>
    </dsp:sp>
    <dsp:sp modelId="{A95E964C-863D-49C8-885E-DDE52A17129C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52F6A-AE54-4E54-B9B7-B8B4ECDD515F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GitHub PR workflow maintained</a:t>
          </a:r>
        </a:p>
      </dsp:txBody>
      <dsp:txXfrm>
        <a:off x="4415555" y="1422745"/>
        <a:ext cx="1650639" cy="1024880"/>
      </dsp:txXfrm>
    </dsp:sp>
    <dsp:sp modelId="{BCB634B7-9272-4FB4-B829-1ECEEC74231D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95827-520D-4D94-8C0C-2E26F7B8DA78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Repo cleaned after CSV issue</a:t>
          </a:r>
        </a:p>
      </dsp:txBody>
      <dsp:txXfrm>
        <a:off x="6510945" y="1422745"/>
        <a:ext cx="1650639" cy="10248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9782A-97C4-488C-A93D-19990700620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30CB3-4FCD-4B01-84B0-E6C7BD924AD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1F75-65AA-4B0B-BC06-AD1DC63BB0C2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Evening usage is highest</a:t>
          </a:r>
        </a:p>
      </dsp:txBody>
      <dsp:txXfrm>
        <a:off x="25435" y="2456402"/>
        <a:ext cx="1800000" cy="720000"/>
      </dsp:txXfrm>
    </dsp:sp>
    <dsp:sp modelId="{AA6B919B-8DEC-4B35-80E7-E9ED911202E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259C2-C414-451F-9772-7DA8A5FB1830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DEAA6-AAB8-4B1E-BEDA-CA7617CD20F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Certain stations are busiest</a:t>
          </a:r>
        </a:p>
      </dsp:txBody>
      <dsp:txXfrm>
        <a:off x="2140435" y="2456402"/>
        <a:ext cx="1800000" cy="720000"/>
      </dsp:txXfrm>
    </dsp:sp>
    <dsp:sp modelId="{37BCD258-FDD0-4627-87EA-34981256FE22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3CF31-3ECE-4028-B0E2-C790757A024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7824B-8A9C-4B34-8A81-18348C0BF12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Average ride duration moderate</a:t>
          </a:r>
        </a:p>
      </dsp:txBody>
      <dsp:txXfrm>
        <a:off x="4255435" y="2456402"/>
        <a:ext cx="1800000" cy="720000"/>
      </dsp:txXfrm>
    </dsp:sp>
    <dsp:sp modelId="{9F4C6CEA-C9B7-49AD-A843-9B2827DD839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FBBBD-8DCB-406F-B598-6205DCA5066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66974-F6A4-4370-BB62-344DB6F9156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Useful for city mobility decisions</a:t>
          </a:r>
        </a:p>
      </dsp:txBody>
      <dsp:txXfrm>
        <a:off x="6370435" y="24564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85949-7A96-4A8B-9FCE-9DEFDFC318CE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GitHub blocked 118MB CSV</a:t>
          </a:r>
        </a:p>
      </dsp:txBody>
      <dsp:txXfrm>
        <a:off x="32418" y="32418"/>
        <a:ext cx="5772143" cy="1041985"/>
      </dsp:txXfrm>
    </dsp:sp>
    <dsp:sp modelId="{9F4C3F09-582C-4B9D-9326-D3A85B15445F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Required cleaning git history</a:t>
          </a:r>
        </a:p>
      </dsp:txBody>
      <dsp:txXfrm>
        <a:off x="647108" y="1323709"/>
        <a:ext cx="5567530" cy="1041985"/>
      </dsp:txXfrm>
    </dsp:sp>
    <dsp:sp modelId="{E452DAAE-F6B7-4866-8AF5-FCCBE1D1AAAE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Debugging &amp; testing time required</a:t>
          </a:r>
        </a:p>
      </dsp:txBody>
      <dsp:txXfrm>
        <a:off x="1261798" y="2615001"/>
        <a:ext cx="5567530" cy="1041985"/>
      </dsp:txXfrm>
    </dsp:sp>
    <dsp:sp modelId="{9CEB47CA-FF4B-498F-B131-05E1D64A404C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509F2465-A2DF-4D83-B2DD-0C641B2A9C66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Toronto Bike-Sharing Analytics Dashboard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b="1" dirty="0"/>
              <a:t>Final Group Project – Group 9</a:t>
            </a:r>
          </a:p>
          <a:p>
            <a:pPr marL="0" indent="0">
              <a:buNone/>
            </a:pPr>
            <a:r>
              <a:rPr lang="en-US" sz="2100" b="1" dirty="0"/>
              <a:t>Presented by: Setu Chaudhari, Krishna Patel, Poojan Patel, Dhruv </a:t>
            </a:r>
            <a:r>
              <a:rPr lang="en-US" sz="2100" b="1"/>
              <a:t>Trivedi,Anisha</a:t>
            </a: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Presented to: Prof. </a:t>
            </a:r>
            <a:r>
              <a:rPr lang="en-US" sz="2100" b="1" dirty="0" err="1"/>
              <a:t>Ali.el</a:t>
            </a:r>
            <a:r>
              <a:rPr lang="en-US" sz="2100" b="1" dirty="0"/>
              <a:t>-sharif</a:t>
            </a:r>
          </a:p>
          <a:p>
            <a:endParaRPr lang="en-US" sz="21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2" name="Graphic 21" descr="Questions">
            <a:extLst>
              <a:ext uri="{FF2B5EF4-FFF2-40B4-BE49-F238E27FC236}">
                <a16:creationId xmlns:a16="http://schemas.microsoft.com/office/drawing/2014/main" id="{4761ADF3-6B90-B47E-2867-4A38FB6F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4B7AC3-FBC6-CB0D-D0CB-DD90F66C5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68899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Summary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46DF3C3-C87F-7DB8-2CA1-9ECB17479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49081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Tools &amp;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DAFBFD-34B5-DACD-C6D3-54F2A61B4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9646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Sprint 1 Work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EDCBA0-FB31-6E20-45FC-ACFBCD666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6552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 1 Burndown Chart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3ABD95D-F754-5F52-03A6-949E25EDE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61484"/>
            <a:ext cx="8178799" cy="28216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Sprint 2 Work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AC890E-77A4-8CCD-0859-44ED8FFBF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5208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 2 Burndown Chart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D7FD8D-BA94-42CF-3101-5DE76BE72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71707"/>
            <a:ext cx="8178799" cy="2801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Demo</a:t>
            </a:r>
          </a:p>
        </p:txBody>
      </p:sp>
      <p:pic>
        <p:nvPicPr>
          <p:cNvPr id="17" name="Content Placeholder 16" descr="A screenshot of a graph&#10;&#10;AI-generated content may be incorrect.">
            <a:extLst>
              <a:ext uri="{FF2B5EF4-FFF2-40B4-BE49-F238E27FC236}">
                <a16:creationId xmlns:a16="http://schemas.microsoft.com/office/drawing/2014/main" id="{3E8BC52B-B5E1-DBEC-4AA6-60139830F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298" y="1675227"/>
            <a:ext cx="8137403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9F03E-ACE1-A189-8679-04F054F5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DashBoard-2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CAA4EE-B414-743D-9481-8C7E990DC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166" y="1675227"/>
            <a:ext cx="732366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2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GitHub &amp; Taiga Proof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C764E3-C4DE-F8C0-6232-AF6D348D4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848073"/>
            <a:ext cx="8178799" cy="40485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2617-0E48-E658-8E60-A8AE1570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1E321F-1A5C-0746-1F37-CA793809A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727295"/>
            <a:ext cx="8178799" cy="229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8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6BF6E-BED0-93BF-F5E6-399D77AB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Branch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F4B475-3E38-2352-58CE-F66530674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062767"/>
            <a:ext cx="8178799" cy="36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1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Insights Observed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D3BD019-3B93-70F5-97F5-BEAFA574E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88972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Challenges Faced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63814E-9797-7C87-14D7-8B7AF80F7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6764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Hands-on Agile sprint work</a:t>
            </a:r>
          </a:p>
          <a:p>
            <a:r>
              <a:rPr lang="en-US" sz="1700"/>
              <a:t>Built dashboards in Streamlit</a:t>
            </a:r>
          </a:p>
          <a:p>
            <a:r>
              <a:rPr lang="en-US" sz="1700"/>
              <a:t>Git PR &amp; version control practice</a:t>
            </a:r>
          </a:p>
          <a:p>
            <a:r>
              <a:rPr lang="en-US" sz="1700"/>
              <a:t>Understanding data patterns</a:t>
            </a:r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D21FAA8B-A32D-B92B-C1AC-7500900CB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29" r="2822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Built working analytics solution</a:t>
            </a:r>
          </a:p>
          <a:p>
            <a:r>
              <a:rPr lang="en-US" sz="1700"/>
              <a:t>Agile improved progress tracking</a:t>
            </a:r>
          </a:p>
          <a:p>
            <a:r>
              <a:rPr lang="en-US" sz="1700"/>
              <a:t>Dashboard reveals mobility patterns</a:t>
            </a:r>
          </a:p>
          <a:p>
            <a:r>
              <a:rPr lang="en-US" sz="1700"/>
              <a:t>Future scope: forecasting &amp; LLM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242</Words>
  <Application>Microsoft Office PowerPoint</Application>
  <PresentationFormat>On-screen Show (4:3)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Toronto Bike-Sharing Analytics Dashboard Project</vt:lpstr>
      <vt:lpstr>Project Overview</vt:lpstr>
      <vt:lpstr>Dataset Summary</vt:lpstr>
      <vt:lpstr>Tools &amp; Technologies</vt:lpstr>
      <vt:lpstr>Sprint 1 Work Summary</vt:lpstr>
      <vt:lpstr>Sprint 1 Burndown Chart</vt:lpstr>
      <vt:lpstr>Sprint 2 Work Summary</vt:lpstr>
      <vt:lpstr>Sprint 2 Burndown Chart</vt:lpstr>
      <vt:lpstr>Dashboard Demo</vt:lpstr>
      <vt:lpstr>DashBoard-2</vt:lpstr>
      <vt:lpstr>GitHub &amp; Taiga Proof</vt:lpstr>
      <vt:lpstr>Pull Request</vt:lpstr>
      <vt:lpstr>Branch</vt:lpstr>
      <vt:lpstr>Insights Observed</vt:lpstr>
      <vt:lpstr>Challenges Faced</vt:lpstr>
      <vt:lpstr>Learning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Setu Chaudhari</dc:creator>
  <cp:keywords/>
  <dc:description>generated using python-pptx</dc:description>
  <cp:lastModifiedBy>Setuben Bharatkumar Chaudhari</cp:lastModifiedBy>
  <cp:revision>3</cp:revision>
  <dcterms:created xsi:type="dcterms:W3CDTF">2013-01-27T09:14:16Z</dcterms:created>
  <dcterms:modified xsi:type="dcterms:W3CDTF">2025-12-10T03:56:14Z</dcterms:modified>
  <cp:category/>
</cp:coreProperties>
</file>